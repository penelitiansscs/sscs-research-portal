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84" r:id="rId5"/>
    <p:sldId id="258" r:id="rId6"/>
    <p:sldId id="281" r:id="rId7"/>
    <p:sldId id="261" r:id="rId8"/>
    <p:sldId id="279" r:id="rId9"/>
    <p:sldId id="280" r:id="rId10"/>
    <p:sldId id="278" r:id="rId11"/>
    <p:sldId id="271" r:id="rId12"/>
    <p:sldId id="273" r:id="rId13"/>
    <p:sldId id="283" r:id="rId14"/>
    <p:sldId id="259" r:id="rId15"/>
    <p:sldId id="262" r:id="rId16"/>
    <p:sldId id="263" r:id="rId17"/>
    <p:sldId id="264" r:id="rId18"/>
    <p:sldId id="282" r:id="rId19"/>
    <p:sldId id="265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58F57-65C1-4FCB-9DAE-380B7AE586A0}" v="3" dt="2026-09-26T03:06:15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63" autoAdjust="0"/>
    <p:restoredTop sz="94635"/>
  </p:normalViewPr>
  <p:slideViewPr>
    <p:cSldViewPr>
      <p:cViewPr varScale="1">
        <p:scale>
          <a:sx n="104" d="100"/>
          <a:sy n="104" d="100"/>
        </p:scale>
        <p:origin x="2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drazonyfar" userId="979260e8-f06f-4f2c-8aef-b152ef65149e" providerId="ADAL" clId="{409B5C54-0BF7-4977-9CEF-4D37C98BA241}"/>
    <pc:docChg chg="undo custSel addSld delSld modSld">
      <pc:chgData name="candrazonyfar" userId="979260e8-f06f-4f2c-8aef-b152ef65149e" providerId="ADAL" clId="{409B5C54-0BF7-4977-9CEF-4D37C98BA241}" dt="2026-09-26T03:08:29.428" v="35" actId="14100"/>
      <pc:docMkLst>
        <pc:docMk/>
      </pc:docMkLst>
      <pc:sldChg chg="addSp delSp modSp mod modClrScheme chgLayout">
        <pc:chgData name="candrazonyfar" userId="979260e8-f06f-4f2c-8aef-b152ef65149e" providerId="ADAL" clId="{409B5C54-0BF7-4977-9CEF-4D37C98BA241}" dt="2026-09-26T03:02:59.499" v="12" actId="26606"/>
        <pc:sldMkLst>
          <pc:docMk/>
          <pc:sldMk cId="3309743294" sldId="258"/>
        </pc:sldMkLst>
        <pc:spChg chg="mod">
          <ac:chgData name="candrazonyfar" userId="979260e8-f06f-4f2c-8aef-b152ef65149e" providerId="ADAL" clId="{409B5C54-0BF7-4977-9CEF-4D37C98BA241}" dt="2026-09-26T03:02:59.499" v="12" actId="26606"/>
          <ac:spMkLst>
            <pc:docMk/>
            <pc:sldMk cId="3309743294" sldId="258"/>
            <ac:spMk id="2" creationId="{98EAD4FD-B2CC-2DF5-D3EE-3992FC5AB0DC}"/>
          </ac:spMkLst>
        </pc:spChg>
        <pc:spChg chg="add del">
          <ac:chgData name="candrazonyfar" userId="979260e8-f06f-4f2c-8aef-b152ef65149e" providerId="ADAL" clId="{409B5C54-0BF7-4977-9CEF-4D37C98BA241}" dt="2026-09-26T03:02:34.661" v="6" actId="26606"/>
          <ac:spMkLst>
            <pc:docMk/>
            <pc:sldMk cId="3309743294" sldId="258"/>
            <ac:spMk id="3" creationId="{D4D16754-9139-20EC-45CB-8504E1E2CBE3}"/>
          </ac:spMkLst>
        </pc:spChg>
        <pc:spChg chg="add del mod">
          <ac:chgData name="candrazonyfar" userId="979260e8-f06f-4f2c-8aef-b152ef65149e" providerId="ADAL" clId="{409B5C54-0BF7-4977-9CEF-4D37C98BA241}" dt="2026-09-26T03:02:29.858" v="1" actId="26606"/>
          <ac:spMkLst>
            <pc:docMk/>
            <pc:sldMk cId="3309743294" sldId="258"/>
            <ac:spMk id="9" creationId="{BF502E7E-E09A-46CE-7B51-A2A6006C4201}"/>
          </ac:spMkLst>
        </pc:spChg>
        <pc:spChg chg="add del mod">
          <ac:chgData name="candrazonyfar" userId="979260e8-f06f-4f2c-8aef-b152ef65149e" providerId="ADAL" clId="{409B5C54-0BF7-4977-9CEF-4D37C98BA241}" dt="2026-09-26T03:02:32.048" v="3" actId="26606"/>
          <ac:spMkLst>
            <pc:docMk/>
            <pc:sldMk cId="3309743294" sldId="258"/>
            <ac:spMk id="11" creationId="{F9B243BC-DC74-AB87-464E-651FF77709D9}"/>
          </ac:spMkLst>
        </pc:spChg>
        <pc:spChg chg="add del mod">
          <ac:chgData name="candrazonyfar" userId="979260e8-f06f-4f2c-8aef-b152ef65149e" providerId="ADAL" clId="{409B5C54-0BF7-4977-9CEF-4D37C98BA241}" dt="2026-09-26T03:02:34.629" v="5" actId="26606"/>
          <ac:spMkLst>
            <pc:docMk/>
            <pc:sldMk cId="3309743294" sldId="258"/>
            <ac:spMk id="14" creationId="{BF502E7E-E09A-46CE-7B51-A2A6006C4201}"/>
          </ac:spMkLst>
        </pc:spChg>
        <pc:spChg chg="add del mod">
          <ac:chgData name="candrazonyfar" userId="979260e8-f06f-4f2c-8aef-b152ef65149e" providerId="ADAL" clId="{409B5C54-0BF7-4977-9CEF-4D37C98BA241}" dt="2026-09-26T03:02:41.765" v="7" actId="478"/>
          <ac:spMkLst>
            <pc:docMk/>
            <pc:sldMk cId="3309743294" sldId="258"/>
            <ac:spMk id="17" creationId="{F9B243BC-DC74-AB87-464E-651FF77709D9}"/>
          </ac:spMkLst>
        </pc:spChg>
        <pc:graphicFrameChg chg="add del mod">
          <ac:chgData name="candrazonyfar" userId="979260e8-f06f-4f2c-8aef-b152ef65149e" providerId="ADAL" clId="{409B5C54-0BF7-4977-9CEF-4D37C98BA241}" dt="2026-09-26T03:02:29.858" v="1" actId="26606"/>
          <ac:graphicFrameMkLst>
            <pc:docMk/>
            <pc:sldMk cId="3309743294" sldId="258"/>
            <ac:graphicFrameMk id="5" creationId="{161FB980-B931-B266-4851-9B580C60DE7D}"/>
          </ac:graphicFrameMkLst>
        </pc:graphicFrameChg>
        <pc:graphicFrameChg chg="add del mod">
          <ac:chgData name="candrazonyfar" userId="979260e8-f06f-4f2c-8aef-b152ef65149e" providerId="ADAL" clId="{409B5C54-0BF7-4977-9CEF-4D37C98BA241}" dt="2026-09-26T03:02:32.048" v="3" actId="26606"/>
          <ac:graphicFrameMkLst>
            <pc:docMk/>
            <pc:sldMk cId="3309743294" sldId="258"/>
            <ac:graphicFrameMk id="12" creationId="{B6ADA917-CFD7-6440-DBB6-841B15566D23}"/>
          </ac:graphicFrameMkLst>
        </pc:graphicFrameChg>
        <pc:graphicFrameChg chg="add del mod">
          <ac:chgData name="candrazonyfar" userId="979260e8-f06f-4f2c-8aef-b152ef65149e" providerId="ADAL" clId="{409B5C54-0BF7-4977-9CEF-4D37C98BA241}" dt="2026-09-26T03:02:34.629" v="5" actId="26606"/>
          <ac:graphicFrameMkLst>
            <pc:docMk/>
            <pc:sldMk cId="3309743294" sldId="258"/>
            <ac:graphicFrameMk id="15" creationId="{161FB980-B931-B266-4851-9B580C60DE7D}"/>
          </ac:graphicFrameMkLst>
        </pc:graphicFrameChg>
        <pc:graphicFrameChg chg="add mod modGraphic">
          <ac:chgData name="candrazonyfar" userId="979260e8-f06f-4f2c-8aef-b152ef65149e" providerId="ADAL" clId="{409B5C54-0BF7-4977-9CEF-4D37C98BA241}" dt="2026-09-26T03:02:59.499" v="12" actId="26606"/>
          <ac:graphicFrameMkLst>
            <pc:docMk/>
            <pc:sldMk cId="3309743294" sldId="258"/>
            <ac:graphicFrameMk id="18" creationId="{B6ADA917-CFD7-6440-DBB6-841B15566D23}"/>
          </ac:graphicFrameMkLst>
        </pc:graphicFrameChg>
      </pc:sldChg>
      <pc:sldChg chg="addSp delSp modSp mod">
        <pc:chgData name="candrazonyfar" userId="979260e8-f06f-4f2c-8aef-b152ef65149e" providerId="ADAL" clId="{409B5C54-0BF7-4977-9CEF-4D37C98BA241}" dt="2026-09-26T03:08:29.428" v="35" actId="14100"/>
        <pc:sldMkLst>
          <pc:docMk/>
          <pc:sldMk cId="2514667598" sldId="259"/>
        </pc:sldMkLst>
        <pc:picChg chg="del">
          <ac:chgData name="candrazonyfar" userId="979260e8-f06f-4f2c-8aef-b152ef65149e" providerId="ADAL" clId="{409B5C54-0BF7-4977-9CEF-4D37C98BA241}" dt="2026-09-26T03:08:03.678" v="31" actId="478"/>
          <ac:picMkLst>
            <pc:docMk/>
            <pc:sldMk cId="2514667598" sldId="259"/>
            <ac:picMk id="5" creationId="{2AC7F65C-BF10-0626-181A-7A35F8B1A508}"/>
          </ac:picMkLst>
        </pc:picChg>
        <pc:picChg chg="add mod">
          <ac:chgData name="candrazonyfar" userId="979260e8-f06f-4f2c-8aef-b152ef65149e" providerId="ADAL" clId="{409B5C54-0BF7-4977-9CEF-4D37C98BA241}" dt="2026-09-26T03:08:29.428" v="35" actId="14100"/>
          <ac:picMkLst>
            <pc:docMk/>
            <pc:sldMk cId="2514667598" sldId="259"/>
            <ac:picMk id="6" creationId="{D7A608A3-A4B2-8C68-2BD4-460ED8AEA7E8}"/>
          </ac:picMkLst>
        </pc:picChg>
      </pc:sldChg>
      <pc:sldChg chg="del">
        <pc:chgData name="candrazonyfar" userId="979260e8-f06f-4f2c-8aef-b152ef65149e" providerId="ADAL" clId="{409B5C54-0BF7-4977-9CEF-4D37C98BA241}" dt="2026-09-26T03:04:41.018" v="22" actId="47"/>
        <pc:sldMkLst>
          <pc:docMk/>
          <pc:sldMk cId="3966557206" sldId="260"/>
        </pc:sldMkLst>
      </pc:sldChg>
      <pc:sldChg chg="addSp delSp modSp mod">
        <pc:chgData name="candrazonyfar" userId="979260e8-f06f-4f2c-8aef-b152ef65149e" providerId="ADAL" clId="{409B5C54-0BF7-4977-9CEF-4D37C98BA241}" dt="2026-09-26T03:07:35.868" v="30" actId="208"/>
        <pc:sldMkLst>
          <pc:docMk/>
          <pc:sldMk cId="2963264090" sldId="262"/>
        </pc:sldMkLst>
        <pc:picChg chg="add mod">
          <ac:chgData name="candrazonyfar" userId="979260e8-f06f-4f2c-8aef-b152ef65149e" providerId="ADAL" clId="{409B5C54-0BF7-4977-9CEF-4D37C98BA241}" dt="2026-09-26T03:07:35.868" v="30" actId="208"/>
          <ac:picMkLst>
            <pc:docMk/>
            <pc:sldMk cId="2963264090" sldId="262"/>
            <ac:picMk id="6" creationId="{25CF3BD7-FA75-D27B-5CC5-DF6D315D55DB}"/>
          </ac:picMkLst>
        </pc:picChg>
        <pc:picChg chg="del">
          <ac:chgData name="candrazonyfar" userId="979260e8-f06f-4f2c-8aef-b152ef65149e" providerId="ADAL" clId="{409B5C54-0BF7-4977-9CEF-4D37C98BA241}" dt="2026-09-26T03:07:22.381" v="26" actId="478"/>
          <ac:picMkLst>
            <pc:docMk/>
            <pc:sldMk cId="2963264090" sldId="262"/>
            <ac:picMk id="7" creationId="{DC8F63BB-ABBD-DF93-96DC-AABECB0AE803}"/>
          </ac:picMkLst>
        </pc:picChg>
      </pc:sldChg>
      <pc:sldChg chg="modSp">
        <pc:chgData name="candrazonyfar" userId="979260e8-f06f-4f2c-8aef-b152ef65149e" providerId="ADAL" clId="{409B5C54-0BF7-4977-9CEF-4D37C98BA241}" dt="2026-09-26T03:05:40.075" v="24"/>
        <pc:sldMkLst>
          <pc:docMk/>
          <pc:sldMk cId="81950786" sldId="269"/>
        </pc:sldMkLst>
        <pc:graphicFrameChg chg="mod">
          <ac:chgData name="candrazonyfar" userId="979260e8-f06f-4f2c-8aef-b152ef65149e" providerId="ADAL" clId="{409B5C54-0BF7-4977-9CEF-4D37C98BA241}" dt="2026-09-26T03:05:40.075" v="24"/>
          <ac:graphicFrameMkLst>
            <pc:docMk/>
            <pc:sldMk cId="81950786" sldId="269"/>
            <ac:graphicFrameMk id="5" creationId="{5501690E-D855-08AC-CFD9-1E2242E5A514}"/>
          </ac:graphicFrameMkLst>
        </pc:graphicFrameChg>
      </pc:sldChg>
      <pc:sldChg chg="modSp">
        <pc:chgData name="candrazonyfar" userId="979260e8-f06f-4f2c-8aef-b152ef65149e" providerId="ADAL" clId="{409B5C54-0BF7-4977-9CEF-4D37C98BA241}" dt="2026-09-26T03:06:15.111" v="25"/>
        <pc:sldMkLst>
          <pc:docMk/>
          <pc:sldMk cId="2975955907" sldId="278"/>
        </pc:sldMkLst>
        <pc:graphicFrameChg chg="mod">
          <ac:chgData name="candrazonyfar" userId="979260e8-f06f-4f2c-8aef-b152ef65149e" providerId="ADAL" clId="{409B5C54-0BF7-4977-9CEF-4D37C98BA241}" dt="2026-09-26T03:06:15.111" v="25"/>
          <ac:graphicFrameMkLst>
            <pc:docMk/>
            <pc:sldMk cId="2975955907" sldId="278"/>
            <ac:graphicFrameMk id="5" creationId="{77A1533C-7415-2BA9-F967-1C807011C38B}"/>
          </ac:graphicFrameMkLst>
        </pc:graphicFrameChg>
      </pc:sldChg>
      <pc:sldChg chg="addSp delSp modSp add mod modClrScheme chgLayout">
        <pc:chgData name="candrazonyfar" userId="979260e8-f06f-4f2c-8aef-b152ef65149e" providerId="ADAL" clId="{409B5C54-0BF7-4977-9CEF-4D37C98BA241}" dt="2026-09-26T03:04:35.826" v="21" actId="22"/>
        <pc:sldMkLst>
          <pc:docMk/>
          <pc:sldMk cId="1934676955" sldId="284"/>
        </pc:sldMkLst>
        <pc:spChg chg="mod">
          <ac:chgData name="candrazonyfar" userId="979260e8-f06f-4f2c-8aef-b152ef65149e" providerId="ADAL" clId="{409B5C54-0BF7-4977-9CEF-4D37C98BA241}" dt="2026-09-26T03:04:12.014" v="19" actId="1076"/>
          <ac:spMkLst>
            <pc:docMk/>
            <pc:sldMk cId="1934676955" sldId="284"/>
            <ac:spMk id="2" creationId="{7D8F3A04-EE14-805E-58BD-2EB4D90DBDC8}"/>
          </ac:spMkLst>
        </pc:spChg>
        <pc:spChg chg="del">
          <ac:chgData name="candrazonyfar" userId="979260e8-f06f-4f2c-8aef-b152ef65149e" providerId="ADAL" clId="{409B5C54-0BF7-4977-9CEF-4D37C98BA241}" dt="2026-09-26T03:03:20.072" v="15" actId="478"/>
          <ac:spMkLst>
            <pc:docMk/>
            <pc:sldMk cId="1934676955" sldId="284"/>
            <ac:spMk id="9" creationId="{E0A796A4-6088-BE9B-18CF-DC843211E4A7}"/>
          </ac:spMkLst>
        </pc:spChg>
        <pc:spChg chg="add">
          <ac:chgData name="candrazonyfar" userId="979260e8-f06f-4f2c-8aef-b152ef65149e" providerId="ADAL" clId="{409B5C54-0BF7-4977-9CEF-4D37C98BA241}" dt="2026-09-26T03:04:35.826" v="21" actId="22"/>
          <ac:spMkLst>
            <pc:docMk/>
            <pc:sldMk cId="1934676955" sldId="284"/>
            <ac:spMk id="11" creationId="{E732AB58-1CEA-F098-1F91-4F5AC7FBC77D}"/>
          </ac:spMkLst>
        </pc:spChg>
        <pc:graphicFrameChg chg="add">
          <ac:chgData name="candrazonyfar" userId="979260e8-f06f-4f2c-8aef-b152ef65149e" providerId="ADAL" clId="{409B5C54-0BF7-4977-9CEF-4D37C98BA241}" dt="2026-09-26T03:04:23.777" v="20" actId="22"/>
          <ac:graphicFrameMkLst>
            <pc:docMk/>
            <pc:sldMk cId="1934676955" sldId="284"/>
            <ac:graphicFrameMk id="4" creationId="{6757A216-95F8-DD96-8E9B-682221158122}"/>
          </ac:graphicFrameMkLst>
        </pc:graphicFrameChg>
        <pc:graphicFrameChg chg="del">
          <ac:chgData name="candrazonyfar" userId="979260e8-f06f-4f2c-8aef-b152ef65149e" providerId="ADAL" clId="{409B5C54-0BF7-4977-9CEF-4D37C98BA241}" dt="2026-09-26T03:03:16.957" v="14" actId="478"/>
          <ac:graphicFrameMkLst>
            <pc:docMk/>
            <pc:sldMk cId="1934676955" sldId="284"/>
            <ac:graphicFrameMk id="6" creationId="{D2F7612B-4CB2-9C2E-B2C5-1797F175891C}"/>
          </ac:graphicFrameMkLst>
        </pc:graphicFrameChg>
        <pc:graphicFrameChg chg="add">
          <ac:chgData name="candrazonyfar" userId="979260e8-f06f-4f2c-8aef-b152ef65149e" providerId="ADAL" clId="{409B5C54-0BF7-4977-9CEF-4D37C98BA241}" dt="2026-09-26T03:04:23.777" v="20" actId="22"/>
          <ac:graphicFrameMkLst>
            <pc:docMk/>
            <pc:sldMk cId="1934676955" sldId="284"/>
            <ac:graphicFrameMk id="7" creationId="{878789D7-7782-FE99-D91E-6B8711A3A94A}"/>
          </ac:graphicFrameMkLst>
        </pc:graphicFrameChg>
        <pc:graphicFrameChg chg="del">
          <ac:chgData name="candrazonyfar" userId="979260e8-f06f-4f2c-8aef-b152ef65149e" providerId="ADAL" clId="{409B5C54-0BF7-4977-9CEF-4D37C98BA241}" dt="2026-09-26T03:03:31.442" v="16" actId="478"/>
          <ac:graphicFrameMkLst>
            <pc:docMk/>
            <pc:sldMk cId="1934676955" sldId="284"/>
            <ac:graphicFrameMk id="8" creationId="{010F27FE-73B7-87B2-C557-34E62A26B684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AE40F4-E626-47DD-96C5-2A87A3DFC6C7}" type="doc">
      <dgm:prSet loTypeId="urn:microsoft.com/office/officeart/2005/8/layout/vList2" loCatId="list" qsTypeId="urn:microsoft.com/office/officeart/2005/8/quickstyle/simple1#5" qsCatId="simple" csTypeId="urn:microsoft.com/office/officeart/2005/8/colors/accent1_2#7" csCatId="accent1"/>
      <dgm:spPr/>
      <dgm:t>
        <a:bodyPr/>
        <a:lstStyle/>
        <a:p>
          <a:endParaRPr lang="en-US"/>
        </a:p>
      </dgm:t>
    </dgm:pt>
    <dgm:pt modelId="{FA4E50A5-A6B1-4B3D-B1C3-29B51FD4E908}">
      <dgm:prSet/>
      <dgm:spPr/>
      <dgm:t>
        <a:bodyPr/>
        <a:lstStyle/>
        <a:p>
          <a:r>
            <a:rPr lang="en-US"/>
            <a:t>Latar Belakang</a:t>
          </a:r>
        </a:p>
      </dgm:t>
    </dgm:pt>
    <dgm:pt modelId="{799C06D9-DDD3-4B3A-A4ED-47779BA2B604}" type="parTrans" cxnId="{383E5018-79D1-45BA-988C-83E7AD6915F8}">
      <dgm:prSet/>
      <dgm:spPr/>
      <dgm:t>
        <a:bodyPr/>
        <a:lstStyle/>
        <a:p>
          <a:endParaRPr lang="en-US"/>
        </a:p>
      </dgm:t>
    </dgm:pt>
    <dgm:pt modelId="{17DB87A5-82D7-4841-A5F6-BB2FC9A9D201}" type="sibTrans" cxnId="{383E5018-79D1-45BA-988C-83E7AD6915F8}">
      <dgm:prSet/>
      <dgm:spPr/>
      <dgm:t>
        <a:bodyPr/>
        <a:lstStyle/>
        <a:p>
          <a:endParaRPr lang="en-US"/>
        </a:p>
      </dgm:t>
    </dgm:pt>
    <dgm:pt modelId="{7E6944CC-AE08-412B-BAAA-7A9BBA805097}">
      <dgm:prSet/>
      <dgm:spPr/>
      <dgm:t>
        <a:bodyPr/>
        <a:lstStyle/>
        <a:p>
          <a:r>
            <a:rPr lang="en-US"/>
            <a:t>Hasil Pelaksanaan Penelitian</a:t>
          </a:r>
        </a:p>
      </dgm:t>
    </dgm:pt>
    <dgm:pt modelId="{4CB283AE-B7F3-46A7-BFE7-6215B5674FFA}" type="parTrans" cxnId="{752FB34A-CDBD-47D8-BD45-BF2981C35466}">
      <dgm:prSet/>
      <dgm:spPr/>
      <dgm:t>
        <a:bodyPr/>
        <a:lstStyle/>
        <a:p>
          <a:endParaRPr lang="en-US"/>
        </a:p>
      </dgm:t>
    </dgm:pt>
    <dgm:pt modelId="{169F10C5-6128-451D-B65F-E27591EB561B}" type="sibTrans" cxnId="{752FB34A-CDBD-47D8-BD45-BF2981C35466}">
      <dgm:prSet/>
      <dgm:spPr/>
      <dgm:t>
        <a:bodyPr/>
        <a:lstStyle/>
        <a:p>
          <a:endParaRPr lang="en-US"/>
        </a:p>
      </dgm:t>
    </dgm:pt>
    <dgm:pt modelId="{C9194393-9896-4BBF-AB45-B30B64E62F9B}">
      <dgm:prSet/>
      <dgm:spPr/>
      <dgm:t>
        <a:bodyPr/>
        <a:lstStyle/>
        <a:p>
          <a:r>
            <a:rPr lang="en-US"/>
            <a:t>Luaran</a:t>
          </a:r>
        </a:p>
      </dgm:t>
    </dgm:pt>
    <dgm:pt modelId="{75B5128A-5E29-4107-9869-C12071635909}" type="parTrans" cxnId="{EA8BFA1A-3D2D-4501-A350-4A9395695C72}">
      <dgm:prSet/>
      <dgm:spPr/>
      <dgm:t>
        <a:bodyPr/>
        <a:lstStyle/>
        <a:p>
          <a:endParaRPr lang="en-US"/>
        </a:p>
      </dgm:t>
    </dgm:pt>
    <dgm:pt modelId="{AF9140A8-5A61-4ADE-B701-85E51A50CC6E}" type="sibTrans" cxnId="{EA8BFA1A-3D2D-4501-A350-4A9395695C72}">
      <dgm:prSet/>
      <dgm:spPr/>
      <dgm:t>
        <a:bodyPr/>
        <a:lstStyle/>
        <a:p>
          <a:endParaRPr lang="en-US"/>
        </a:p>
      </dgm:t>
    </dgm:pt>
    <dgm:pt modelId="{E5B2AD6D-F423-48E2-B173-E1DEBC2EE8E4}">
      <dgm:prSet/>
      <dgm:spPr/>
      <dgm:t>
        <a:bodyPr/>
        <a:lstStyle/>
        <a:p>
          <a:r>
            <a:rPr lang="en-US"/>
            <a:t>Realisasi keterlibatan/ kontribusi mitra</a:t>
          </a:r>
        </a:p>
      </dgm:t>
    </dgm:pt>
    <dgm:pt modelId="{264B6E73-0ED3-4861-90CA-15FC89B88B30}" type="parTrans" cxnId="{D0C97CE2-0852-485B-BD4A-CE4E04680F99}">
      <dgm:prSet/>
      <dgm:spPr/>
      <dgm:t>
        <a:bodyPr/>
        <a:lstStyle/>
        <a:p>
          <a:endParaRPr lang="en-US"/>
        </a:p>
      </dgm:t>
    </dgm:pt>
    <dgm:pt modelId="{A2AA3934-ECEA-4C19-93A8-7816F9AAA9AC}" type="sibTrans" cxnId="{D0C97CE2-0852-485B-BD4A-CE4E04680F99}">
      <dgm:prSet/>
      <dgm:spPr/>
      <dgm:t>
        <a:bodyPr/>
        <a:lstStyle/>
        <a:p>
          <a:endParaRPr lang="en-US"/>
        </a:p>
      </dgm:t>
    </dgm:pt>
    <dgm:pt modelId="{E1D659E5-6469-421E-B1DA-6B30B7C97C27}">
      <dgm:prSet/>
      <dgm:spPr/>
      <dgm:t>
        <a:bodyPr/>
        <a:lstStyle/>
        <a:p>
          <a:r>
            <a:rPr lang="en-US"/>
            <a:t>Kendala Pelaksanaan Penelitian</a:t>
          </a:r>
        </a:p>
      </dgm:t>
    </dgm:pt>
    <dgm:pt modelId="{89434CF8-BBCE-4429-930A-7130A2DFD1FE}" type="parTrans" cxnId="{2538CDC7-90C1-4A41-9BB4-00F9E28496CB}">
      <dgm:prSet/>
      <dgm:spPr/>
      <dgm:t>
        <a:bodyPr/>
        <a:lstStyle/>
        <a:p>
          <a:endParaRPr lang="en-US"/>
        </a:p>
      </dgm:t>
    </dgm:pt>
    <dgm:pt modelId="{C9B7CB30-48C2-474F-90CE-B193ADB8757C}" type="sibTrans" cxnId="{2538CDC7-90C1-4A41-9BB4-00F9E28496CB}">
      <dgm:prSet/>
      <dgm:spPr/>
      <dgm:t>
        <a:bodyPr/>
        <a:lstStyle/>
        <a:p>
          <a:endParaRPr lang="en-US"/>
        </a:p>
      </dgm:t>
    </dgm:pt>
    <dgm:pt modelId="{4A112BDA-655E-4C51-B6FF-CB53CB87751B}">
      <dgm:prSet/>
      <dgm:spPr/>
      <dgm:t>
        <a:bodyPr/>
        <a:lstStyle/>
        <a:p>
          <a:r>
            <a:rPr lang="en-US"/>
            <a:t>Rencana Tahapan Selanjutnya</a:t>
          </a:r>
        </a:p>
      </dgm:t>
    </dgm:pt>
    <dgm:pt modelId="{3194766F-D729-43DC-A1D0-E90CA0719425}" type="parTrans" cxnId="{1525F04B-693A-487C-ADB6-38B450227F60}">
      <dgm:prSet/>
      <dgm:spPr/>
      <dgm:t>
        <a:bodyPr/>
        <a:lstStyle/>
        <a:p>
          <a:endParaRPr lang="en-US"/>
        </a:p>
      </dgm:t>
    </dgm:pt>
    <dgm:pt modelId="{16FDA9BE-828D-4E5C-8234-9C50599556C8}" type="sibTrans" cxnId="{1525F04B-693A-487C-ADB6-38B450227F60}">
      <dgm:prSet/>
      <dgm:spPr/>
      <dgm:t>
        <a:bodyPr/>
        <a:lstStyle/>
        <a:p>
          <a:endParaRPr lang="en-US"/>
        </a:p>
      </dgm:t>
    </dgm:pt>
    <dgm:pt modelId="{8FFFDE96-252F-43C4-AF68-FC9BD115B90B}">
      <dgm:prSet/>
      <dgm:spPr/>
      <dgm:t>
        <a:bodyPr/>
        <a:lstStyle/>
        <a:p>
          <a:r>
            <a:rPr lang="en-US"/>
            <a:t>Penyerapan Anggaran</a:t>
          </a:r>
        </a:p>
      </dgm:t>
    </dgm:pt>
    <dgm:pt modelId="{510DB1FC-C1D9-44A3-977E-6A1A954BC30A}" type="parTrans" cxnId="{E1599506-3DEA-4F83-863A-17ABB36CD41B}">
      <dgm:prSet/>
      <dgm:spPr/>
      <dgm:t>
        <a:bodyPr/>
        <a:lstStyle/>
        <a:p>
          <a:endParaRPr lang="en-US"/>
        </a:p>
      </dgm:t>
    </dgm:pt>
    <dgm:pt modelId="{589D9823-F184-4CD3-B9D0-A904A668B7D7}" type="sibTrans" cxnId="{E1599506-3DEA-4F83-863A-17ABB36CD41B}">
      <dgm:prSet/>
      <dgm:spPr/>
      <dgm:t>
        <a:bodyPr/>
        <a:lstStyle/>
        <a:p>
          <a:endParaRPr lang="en-US"/>
        </a:p>
      </dgm:t>
    </dgm:pt>
    <dgm:pt modelId="{A236F70F-434F-4DA7-AC61-47A08D6D1260}" type="pres">
      <dgm:prSet presAssocID="{4FAE40F4-E626-47DD-96C5-2A87A3DFC6C7}" presName="linear" presStyleCnt="0">
        <dgm:presLayoutVars>
          <dgm:animLvl val="lvl"/>
          <dgm:resizeHandles val="exact"/>
        </dgm:presLayoutVars>
      </dgm:prSet>
      <dgm:spPr/>
    </dgm:pt>
    <dgm:pt modelId="{F676E6EC-2E15-4673-A6D9-B7E74D673FF0}" type="pres">
      <dgm:prSet presAssocID="{FA4E50A5-A6B1-4B3D-B1C3-29B51FD4E908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F7650A37-FC59-4716-98F5-B22A1965F7CB}" type="pres">
      <dgm:prSet presAssocID="{17DB87A5-82D7-4841-A5F6-BB2FC9A9D201}" presName="spacer" presStyleCnt="0"/>
      <dgm:spPr/>
    </dgm:pt>
    <dgm:pt modelId="{AFCEE103-DD73-4C0D-B431-950D777AB93E}" type="pres">
      <dgm:prSet presAssocID="{7E6944CC-AE08-412B-BAAA-7A9BBA805097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3D97F9F-DD30-49E3-B0D6-A40CCB5C3639}" type="pres">
      <dgm:prSet presAssocID="{169F10C5-6128-451D-B65F-E27591EB561B}" presName="spacer" presStyleCnt="0"/>
      <dgm:spPr/>
    </dgm:pt>
    <dgm:pt modelId="{29F0F4A9-6605-4632-9CE9-65EA0912CC95}" type="pres">
      <dgm:prSet presAssocID="{C9194393-9896-4BBF-AB45-B30B64E62F9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600F205-0AEC-4EF9-BD02-78A61A3BD848}" type="pres">
      <dgm:prSet presAssocID="{AF9140A8-5A61-4ADE-B701-85E51A50CC6E}" presName="spacer" presStyleCnt="0"/>
      <dgm:spPr/>
    </dgm:pt>
    <dgm:pt modelId="{01EB93AE-AC60-4179-974E-2439E2D5B74E}" type="pres">
      <dgm:prSet presAssocID="{E5B2AD6D-F423-48E2-B173-E1DEBC2EE8E4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AC300D4-05A6-4425-881B-A6FFC0C7A835}" type="pres">
      <dgm:prSet presAssocID="{A2AA3934-ECEA-4C19-93A8-7816F9AAA9AC}" presName="spacer" presStyleCnt="0"/>
      <dgm:spPr/>
    </dgm:pt>
    <dgm:pt modelId="{0D30E1B5-ECFC-4001-B081-3B844927D760}" type="pres">
      <dgm:prSet presAssocID="{E1D659E5-6469-421E-B1DA-6B30B7C97C2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30C6E62-B78A-41B8-8A42-C6367A3C003B}" type="pres">
      <dgm:prSet presAssocID="{C9B7CB30-48C2-474F-90CE-B193ADB8757C}" presName="spacer" presStyleCnt="0"/>
      <dgm:spPr/>
    </dgm:pt>
    <dgm:pt modelId="{63B09C23-315A-47B3-800A-AD32D915A147}" type="pres">
      <dgm:prSet presAssocID="{4A112BDA-655E-4C51-B6FF-CB53CB87751B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AD566B5A-3C09-4EF9-89BD-942739D408E7}" type="pres">
      <dgm:prSet presAssocID="{16FDA9BE-828D-4E5C-8234-9C50599556C8}" presName="spacer" presStyleCnt="0"/>
      <dgm:spPr/>
    </dgm:pt>
    <dgm:pt modelId="{C51825FF-8C33-4A5F-8497-26651A0F40D2}" type="pres">
      <dgm:prSet presAssocID="{8FFFDE96-252F-43C4-AF68-FC9BD115B90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E1599506-3DEA-4F83-863A-17ABB36CD41B}" srcId="{4FAE40F4-E626-47DD-96C5-2A87A3DFC6C7}" destId="{8FFFDE96-252F-43C4-AF68-FC9BD115B90B}" srcOrd="6" destOrd="0" parTransId="{510DB1FC-C1D9-44A3-977E-6A1A954BC30A}" sibTransId="{589D9823-F184-4CD3-B9D0-A904A668B7D7}"/>
    <dgm:cxn modelId="{86D9FA07-81E8-402D-B6D9-FD05E0FA80DD}" type="presOf" srcId="{E1D659E5-6469-421E-B1DA-6B30B7C97C27}" destId="{0D30E1B5-ECFC-4001-B081-3B844927D760}" srcOrd="0" destOrd="0" presId="urn:microsoft.com/office/officeart/2005/8/layout/vList2"/>
    <dgm:cxn modelId="{383E5018-79D1-45BA-988C-83E7AD6915F8}" srcId="{4FAE40F4-E626-47DD-96C5-2A87A3DFC6C7}" destId="{FA4E50A5-A6B1-4B3D-B1C3-29B51FD4E908}" srcOrd="0" destOrd="0" parTransId="{799C06D9-DDD3-4B3A-A4ED-47779BA2B604}" sibTransId="{17DB87A5-82D7-4841-A5F6-BB2FC9A9D201}"/>
    <dgm:cxn modelId="{EA8BFA1A-3D2D-4501-A350-4A9395695C72}" srcId="{4FAE40F4-E626-47DD-96C5-2A87A3DFC6C7}" destId="{C9194393-9896-4BBF-AB45-B30B64E62F9B}" srcOrd="2" destOrd="0" parTransId="{75B5128A-5E29-4107-9869-C12071635909}" sibTransId="{AF9140A8-5A61-4ADE-B701-85E51A50CC6E}"/>
    <dgm:cxn modelId="{FA97141F-6031-46CE-BE7E-31D8E6FFCA7B}" type="presOf" srcId="{FA4E50A5-A6B1-4B3D-B1C3-29B51FD4E908}" destId="{F676E6EC-2E15-4673-A6D9-B7E74D673FF0}" srcOrd="0" destOrd="0" presId="urn:microsoft.com/office/officeart/2005/8/layout/vList2"/>
    <dgm:cxn modelId="{A80C7C23-3DF5-475E-AAE3-B8F31004FB63}" type="presOf" srcId="{E5B2AD6D-F423-48E2-B173-E1DEBC2EE8E4}" destId="{01EB93AE-AC60-4179-974E-2439E2D5B74E}" srcOrd="0" destOrd="0" presId="urn:microsoft.com/office/officeart/2005/8/layout/vList2"/>
    <dgm:cxn modelId="{752FB34A-CDBD-47D8-BD45-BF2981C35466}" srcId="{4FAE40F4-E626-47DD-96C5-2A87A3DFC6C7}" destId="{7E6944CC-AE08-412B-BAAA-7A9BBA805097}" srcOrd="1" destOrd="0" parTransId="{4CB283AE-B7F3-46A7-BFE7-6215B5674FFA}" sibTransId="{169F10C5-6128-451D-B65F-E27591EB561B}"/>
    <dgm:cxn modelId="{1525F04B-693A-487C-ADB6-38B450227F60}" srcId="{4FAE40F4-E626-47DD-96C5-2A87A3DFC6C7}" destId="{4A112BDA-655E-4C51-B6FF-CB53CB87751B}" srcOrd="5" destOrd="0" parTransId="{3194766F-D729-43DC-A1D0-E90CA0719425}" sibTransId="{16FDA9BE-828D-4E5C-8234-9C50599556C8}"/>
    <dgm:cxn modelId="{81E1054F-D885-4840-A1EA-0AABCE00F170}" type="presOf" srcId="{4FAE40F4-E626-47DD-96C5-2A87A3DFC6C7}" destId="{A236F70F-434F-4DA7-AC61-47A08D6D1260}" srcOrd="0" destOrd="0" presId="urn:microsoft.com/office/officeart/2005/8/layout/vList2"/>
    <dgm:cxn modelId="{2DB05D88-D776-4CDE-BCF1-4B94A6690E38}" type="presOf" srcId="{C9194393-9896-4BBF-AB45-B30B64E62F9B}" destId="{29F0F4A9-6605-4632-9CE9-65EA0912CC95}" srcOrd="0" destOrd="0" presId="urn:microsoft.com/office/officeart/2005/8/layout/vList2"/>
    <dgm:cxn modelId="{7FEAA5AE-54A4-4074-8568-C0DD4380CB99}" type="presOf" srcId="{8FFFDE96-252F-43C4-AF68-FC9BD115B90B}" destId="{C51825FF-8C33-4A5F-8497-26651A0F40D2}" srcOrd="0" destOrd="0" presId="urn:microsoft.com/office/officeart/2005/8/layout/vList2"/>
    <dgm:cxn modelId="{2538CDC7-90C1-4A41-9BB4-00F9E28496CB}" srcId="{4FAE40F4-E626-47DD-96C5-2A87A3DFC6C7}" destId="{E1D659E5-6469-421E-B1DA-6B30B7C97C27}" srcOrd="4" destOrd="0" parTransId="{89434CF8-BBCE-4429-930A-7130A2DFD1FE}" sibTransId="{C9B7CB30-48C2-474F-90CE-B193ADB8757C}"/>
    <dgm:cxn modelId="{D0C97CE2-0852-485B-BD4A-CE4E04680F99}" srcId="{4FAE40F4-E626-47DD-96C5-2A87A3DFC6C7}" destId="{E5B2AD6D-F423-48E2-B173-E1DEBC2EE8E4}" srcOrd="3" destOrd="0" parTransId="{264B6E73-0ED3-4861-90CA-15FC89B88B30}" sibTransId="{A2AA3934-ECEA-4C19-93A8-7816F9AAA9AC}"/>
    <dgm:cxn modelId="{DC54F3EF-6A41-4644-8BFE-C9288211422C}" type="presOf" srcId="{4A112BDA-655E-4C51-B6FF-CB53CB87751B}" destId="{63B09C23-315A-47B3-800A-AD32D915A147}" srcOrd="0" destOrd="0" presId="urn:microsoft.com/office/officeart/2005/8/layout/vList2"/>
    <dgm:cxn modelId="{C1DAF9F5-EE73-43F9-AFC9-15E210223988}" type="presOf" srcId="{7E6944CC-AE08-412B-BAAA-7A9BBA805097}" destId="{AFCEE103-DD73-4C0D-B431-950D777AB93E}" srcOrd="0" destOrd="0" presId="urn:microsoft.com/office/officeart/2005/8/layout/vList2"/>
    <dgm:cxn modelId="{E79A84D9-D5E8-4C9B-B96F-295F0DADED7B}" type="presParOf" srcId="{A236F70F-434F-4DA7-AC61-47A08D6D1260}" destId="{F676E6EC-2E15-4673-A6D9-B7E74D673FF0}" srcOrd="0" destOrd="0" presId="urn:microsoft.com/office/officeart/2005/8/layout/vList2"/>
    <dgm:cxn modelId="{2326222B-CA8D-4433-98CD-ED35AE709D45}" type="presParOf" srcId="{A236F70F-434F-4DA7-AC61-47A08D6D1260}" destId="{F7650A37-FC59-4716-98F5-B22A1965F7CB}" srcOrd="1" destOrd="0" presId="urn:microsoft.com/office/officeart/2005/8/layout/vList2"/>
    <dgm:cxn modelId="{B6A669B5-FE72-4189-B627-2C01DA066563}" type="presParOf" srcId="{A236F70F-434F-4DA7-AC61-47A08D6D1260}" destId="{AFCEE103-DD73-4C0D-B431-950D777AB93E}" srcOrd="2" destOrd="0" presId="urn:microsoft.com/office/officeart/2005/8/layout/vList2"/>
    <dgm:cxn modelId="{8B34D69B-3911-4587-A7A5-D3564586C362}" type="presParOf" srcId="{A236F70F-434F-4DA7-AC61-47A08D6D1260}" destId="{E3D97F9F-DD30-49E3-B0D6-A40CCB5C3639}" srcOrd="3" destOrd="0" presId="urn:microsoft.com/office/officeart/2005/8/layout/vList2"/>
    <dgm:cxn modelId="{8C8B719A-3EAF-47B9-B104-8BB025580689}" type="presParOf" srcId="{A236F70F-434F-4DA7-AC61-47A08D6D1260}" destId="{29F0F4A9-6605-4632-9CE9-65EA0912CC95}" srcOrd="4" destOrd="0" presId="urn:microsoft.com/office/officeart/2005/8/layout/vList2"/>
    <dgm:cxn modelId="{DC549DFF-98D2-4DC4-AFE7-B128BE1EBECD}" type="presParOf" srcId="{A236F70F-434F-4DA7-AC61-47A08D6D1260}" destId="{F600F205-0AEC-4EF9-BD02-78A61A3BD848}" srcOrd="5" destOrd="0" presId="urn:microsoft.com/office/officeart/2005/8/layout/vList2"/>
    <dgm:cxn modelId="{5B5CE151-05C1-43A0-9A7B-78FE044F400A}" type="presParOf" srcId="{A236F70F-434F-4DA7-AC61-47A08D6D1260}" destId="{01EB93AE-AC60-4179-974E-2439E2D5B74E}" srcOrd="6" destOrd="0" presId="urn:microsoft.com/office/officeart/2005/8/layout/vList2"/>
    <dgm:cxn modelId="{076E3DF3-491C-4E60-A207-44805B7B2700}" type="presParOf" srcId="{A236F70F-434F-4DA7-AC61-47A08D6D1260}" destId="{DAC300D4-05A6-4425-881B-A6FFC0C7A835}" srcOrd="7" destOrd="0" presId="urn:microsoft.com/office/officeart/2005/8/layout/vList2"/>
    <dgm:cxn modelId="{DA0E6792-9A4F-44D6-8B2B-7C2DEDE5A4A4}" type="presParOf" srcId="{A236F70F-434F-4DA7-AC61-47A08D6D1260}" destId="{0D30E1B5-ECFC-4001-B081-3B844927D760}" srcOrd="8" destOrd="0" presId="urn:microsoft.com/office/officeart/2005/8/layout/vList2"/>
    <dgm:cxn modelId="{A14A6AC1-93D7-464A-818A-9B00F1C2786C}" type="presParOf" srcId="{A236F70F-434F-4DA7-AC61-47A08D6D1260}" destId="{730C6E62-B78A-41B8-8A42-C6367A3C003B}" srcOrd="9" destOrd="0" presId="urn:microsoft.com/office/officeart/2005/8/layout/vList2"/>
    <dgm:cxn modelId="{EA2736AA-DB8B-4DE6-BA55-032807845A99}" type="presParOf" srcId="{A236F70F-434F-4DA7-AC61-47A08D6D1260}" destId="{63B09C23-315A-47B3-800A-AD32D915A147}" srcOrd="10" destOrd="0" presId="urn:microsoft.com/office/officeart/2005/8/layout/vList2"/>
    <dgm:cxn modelId="{E9BFDBDE-BF14-4F41-BB5F-7FA430FF88B7}" type="presParOf" srcId="{A236F70F-434F-4DA7-AC61-47A08D6D1260}" destId="{AD566B5A-3C09-4EF9-89BD-942739D408E7}" srcOrd="11" destOrd="0" presId="urn:microsoft.com/office/officeart/2005/8/layout/vList2"/>
    <dgm:cxn modelId="{181896C4-FB87-42F9-8C14-7833D47800CE}" type="presParOf" srcId="{A236F70F-434F-4DA7-AC61-47A08D6D1260}" destId="{C51825FF-8C33-4A5F-8497-26651A0F40D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BCB6BB-7971-4F11-9ACF-4DB8FF040433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BA58CCB7-C3F4-4B2C-8730-A0D011891BFC}">
      <dgm:prSet/>
      <dgm:spPr/>
      <dgm:t>
        <a:bodyPr/>
        <a:lstStyle/>
        <a:p>
          <a:r>
            <a:rPr lang="en-US"/>
            <a:t>Prototype</a:t>
          </a:r>
        </a:p>
      </dgm:t>
    </dgm:pt>
    <dgm:pt modelId="{BC86389E-1AC2-4AE0-8676-B88C8DFBF328}" type="parTrans" cxnId="{8BAAC4CD-1460-4C73-A75F-3A70FCDCF0EC}">
      <dgm:prSet/>
      <dgm:spPr/>
      <dgm:t>
        <a:bodyPr/>
        <a:lstStyle/>
        <a:p>
          <a:endParaRPr lang="en-US"/>
        </a:p>
      </dgm:t>
    </dgm:pt>
    <dgm:pt modelId="{FA9CB852-436D-4007-8C06-BE4266ADC097}" type="sibTrans" cxnId="{8BAAC4CD-1460-4C73-A75F-3A70FCDCF0EC}">
      <dgm:prSet/>
      <dgm:spPr/>
      <dgm:t>
        <a:bodyPr/>
        <a:lstStyle/>
        <a:p>
          <a:endParaRPr lang="en-US"/>
        </a:p>
      </dgm:t>
    </dgm:pt>
    <dgm:pt modelId="{94A155C4-B692-40EF-ABE0-CEBB23D65732}">
      <dgm:prSet/>
      <dgm:spPr/>
      <dgm:t>
        <a:bodyPr/>
        <a:lstStyle/>
        <a:p>
          <a:r>
            <a:rPr lang="en-US"/>
            <a:t>Artikel Ilmiah</a:t>
          </a:r>
        </a:p>
      </dgm:t>
    </dgm:pt>
    <dgm:pt modelId="{A0EB647B-7D55-44A7-8B37-AFE4071990D8}" type="parTrans" cxnId="{5691982F-9149-4E60-B5C2-3D91FF2C3230}">
      <dgm:prSet/>
      <dgm:spPr/>
      <dgm:t>
        <a:bodyPr/>
        <a:lstStyle/>
        <a:p>
          <a:endParaRPr lang="en-US"/>
        </a:p>
      </dgm:t>
    </dgm:pt>
    <dgm:pt modelId="{EFA41D89-D393-4A58-A097-D65C0593870B}" type="sibTrans" cxnId="{5691982F-9149-4E60-B5C2-3D91FF2C3230}">
      <dgm:prSet/>
      <dgm:spPr/>
      <dgm:t>
        <a:bodyPr/>
        <a:lstStyle/>
        <a:p>
          <a:endParaRPr lang="en-US"/>
        </a:p>
      </dgm:t>
    </dgm:pt>
    <dgm:pt modelId="{D4AEC1B6-967D-4097-8E99-B63991A45E2F}" type="pres">
      <dgm:prSet presAssocID="{D7BCB6BB-7971-4F11-9ACF-4DB8FF040433}" presName="root" presStyleCnt="0">
        <dgm:presLayoutVars>
          <dgm:dir/>
          <dgm:resizeHandles val="exact"/>
        </dgm:presLayoutVars>
      </dgm:prSet>
      <dgm:spPr/>
    </dgm:pt>
    <dgm:pt modelId="{8F2C328C-EB06-4133-ADDE-0F81ACD7BEBE}" type="pres">
      <dgm:prSet presAssocID="{BA58CCB7-C3F4-4B2C-8730-A0D011891BFC}" presName="compNode" presStyleCnt="0"/>
      <dgm:spPr/>
    </dgm:pt>
    <dgm:pt modelId="{918FCFFD-2B0A-4B8B-84C6-B6434512C653}" type="pres">
      <dgm:prSet presAssocID="{BA58CCB7-C3F4-4B2C-8730-A0D011891BFC}" presName="bgRect" presStyleLbl="bgShp" presStyleIdx="0" presStyleCnt="2"/>
      <dgm:spPr/>
    </dgm:pt>
    <dgm:pt modelId="{E279E84B-E066-4DCB-865C-E0897D331275}" type="pres">
      <dgm:prSet presAssocID="{BA58CCB7-C3F4-4B2C-8730-A0D011891BFC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box Check with solid fill"/>
        </a:ext>
      </dgm:extLst>
    </dgm:pt>
    <dgm:pt modelId="{E5287EEF-0B4F-4AB5-BDDF-6EE02843F792}" type="pres">
      <dgm:prSet presAssocID="{BA58CCB7-C3F4-4B2C-8730-A0D011891BFC}" presName="spaceRect" presStyleCnt="0"/>
      <dgm:spPr/>
    </dgm:pt>
    <dgm:pt modelId="{C8C92670-228B-4FE5-AFDD-E83B1730017D}" type="pres">
      <dgm:prSet presAssocID="{BA58CCB7-C3F4-4B2C-8730-A0D011891BFC}" presName="parTx" presStyleLbl="revTx" presStyleIdx="0" presStyleCnt="2">
        <dgm:presLayoutVars>
          <dgm:chMax val="0"/>
          <dgm:chPref val="0"/>
        </dgm:presLayoutVars>
      </dgm:prSet>
      <dgm:spPr/>
    </dgm:pt>
    <dgm:pt modelId="{DC1CDF3A-1B7E-43E0-884A-D5D7F368A8AA}" type="pres">
      <dgm:prSet presAssocID="{FA9CB852-436D-4007-8C06-BE4266ADC097}" presName="sibTrans" presStyleCnt="0"/>
      <dgm:spPr/>
    </dgm:pt>
    <dgm:pt modelId="{DD052BA1-6EBF-4A33-8906-01890D589F63}" type="pres">
      <dgm:prSet presAssocID="{94A155C4-B692-40EF-ABE0-CEBB23D65732}" presName="compNode" presStyleCnt="0"/>
      <dgm:spPr/>
    </dgm:pt>
    <dgm:pt modelId="{29F2F13F-5A65-44FE-B639-8C0D51F11E89}" type="pres">
      <dgm:prSet presAssocID="{94A155C4-B692-40EF-ABE0-CEBB23D65732}" presName="bgRect" presStyleLbl="bgShp" presStyleIdx="1" presStyleCnt="2"/>
      <dgm:spPr/>
    </dgm:pt>
    <dgm:pt modelId="{7C5C0024-1A34-418B-91DD-28EB27017059}" type="pres">
      <dgm:prSet presAssocID="{94A155C4-B692-40EF-ABE0-CEBB23D65732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 outline"/>
        </a:ext>
      </dgm:extLst>
    </dgm:pt>
    <dgm:pt modelId="{636AF10F-0068-404C-A3AB-F11C4B2A60AD}" type="pres">
      <dgm:prSet presAssocID="{94A155C4-B692-40EF-ABE0-CEBB23D65732}" presName="spaceRect" presStyleCnt="0"/>
      <dgm:spPr/>
    </dgm:pt>
    <dgm:pt modelId="{56827ACC-1CEA-4BD6-9019-2ED1460E84BC}" type="pres">
      <dgm:prSet presAssocID="{94A155C4-B692-40EF-ABE0-CEBB23D6573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7A97B2D-F2AE-4A75-8056-65236A3710A2}" type="presOf" srcId="{BA58CCB7-C3F4-4B2C-8730-A0D011891BFC}" destId="{C8C92670-228B-4FE5-AFDD-E83B1730017D}" srcOrd="0" destOrd="0" presId="urn:microsoft.com/office/officeart/2018/2/layout/IconVerticalSolidList"/>
    <dgm:cxn modelId="{5691982F-9149-4E60-B5C2-3D91FF2C3230}" srcId="{D7BCB6BB-7971-4F11-9ACF-4DB8FF040433}" destId="{94A155C4-B692-40EF-ABE0-CEBB23D65732}" srcOrd="1" destOrd="0" parTransId="{A0EB647B-7D55-44A7-8B37-AFE4071990D8}" sibTransId="{EFA41D89-D393-4A58-A097-D65C0593870B}"/>
    <dgm:cxn modelId="{6013423F-C62F-418D-8A97-C569458A0BBE}" type="presOf" srcId="{D7BCB6BB-7971-4F11-9ACF-4DB8FF040433}" destId="{D4AEC1B6-967D-4097-8E99-B63991A45E2F}" srcOrd="0" destOrd="0" presId="urn:microsoft.com/office/officeart/2018/2/layout/IconVerticalSolidList"/>
    <dgm:cxn modelId="{084D4B45-9D4A-4333-BFDD-9C8193985ACF}" type="presOf" srcId="{94A155C4-B692-40EF-ABE0-CEBB23D65732}" destId="{56827ACC-1CEA-4BD6-9019-2ED1460E84BC}" srcOrd="0" destOrd="0" presId="urn:microsoft.com/office/officeart/2018/2/layout/IconVerticalSolidList"/>
    <dgm:cxn modelId="{8BAAC4CD-1460-4C73-A75F-3A70FCDCF0EC}" srcId="{D7BCB6BB-7971-4F11-9ACF-4DB8FF040433}" destId="{BA58CCB7-C3F4-4B2C-8730-A0D011891BFC}" srcOrd="0" destOrd="0" parTransId="{BC86389E-1AC2-4AE0-8676-B88C8DFBF328}" sibTransId="{FA9CB852-436D-4007-8C06-BE4266ADC097}"/>
    <dgm:cxn modelId="{13B23D86-48FB-4A1E-937D-3F68BA3FBE97}" type="presParOf" srcId="{D4AEC1B6-967D-4097-8E99-B63991A45E2F}" destId="{8F2C328C-EB06-4133-ADDE-0F81ACD7BEBE}" srcOrd="0" destOrd="0" presId="urn:microsoft.com/office/officeart/2018/2/layout/IconVerticalSolidList"/>
    <dgm:cxn modelId="{0367A712-5EA3-49EE-998D-EE88AFA5046C}" type="presParOf" srcId="{8F2C328C-EB06-4133-ADDE-0F81ACD7BEBE}" destId="{918FCFFD-2B0A-4B8B-84C6-B6434512C653}" srcOrd="0" destOrd="0" presId="urn:microsoft.com/office/officeart/2018/2/layout/IconVerticalSolidList"/>
    <dgm:cxn modelId="{8EAED958-24B1-4F71-89F0-474A3ACCC557}" type="presParOf" srcId="{8F2C328C-EB06-4133-ADDE-0F81ACD7BEBE}" destId="{E279E84B-E066-4DCB-865C-E0897D331275}" srcOrd="1" destOrd="0" presId="urn:microsoft.com/office/officeart/2018/2/layout/IconVerticalSolidList"/>
    <dgm:cxn modelId="{6D85F6F1-2FDB-43A1-B19A-EFB81BA3738A}" type="presParOf" srcId="{8F2C328C-EB06-4133-ADDE-0F81ACD7BEBE}" destId="{E5287EEF-0B4F-4AB5-BDDF-6EE02843F792}" srcOrd="2" destOrd="0" presId="urn:microsoft.com/office/officeart/2018/2/layout/IconVerticalSolidList"/>
    <dgm:cxn modelId="{A3CB71E8-3165-479D-8E2F-7BFC96909D40}" type="presParOf" srcId="{8F2C328C-EB06-4133-ADDE-0F81ACD7BEBE}" destId="{C8C92670-228B-4FE5-AFDD-E83B1730017D}" srcOrd="3" destOrd="0" presId="urn:microsoft.com/office/officeart/2018/2/layout/IconVerticalSolidList"/>
    <dgm:cxn modelId="{9A0D6AB2-C477-4B9D-86D1-84EEE91F873A}" type="presParOf" srcId="{D4AEC1B6-967D-4097-8E99-B63991A45E2F}" destId="{DC1CDF3A-1B7E-43E0-884A-D5D7F368A8AA}" srcOrd="1" destOrd="0" presId="urn:microsoft.com/office/officeart/2018/2/layout/IconVerticalSolidList"/>
    <dgm:cxn modelId="{B2EE6E18-E859-4D77-9D22-A7E4309EB3C0}" type="presParOf" srcId="{D4AEC1B6-967D-4097-8E99-B63991A45E2F}" destId="{DD052BA1-6EBF-4A33-8906-01890D589F63}" srcOrd="2" destOrd="0" presId="urn:microsoft.com/office/officeart/2018/2/layout/IconVerticalSolidList"/>
    <dgm:cxn modelId="{4FC6FB40-A105-4D8F-858F-8459DAA64C28}" type="presParOf" srcId="{DD052BA1-6EBF-4A33-8906-01890D589F63}" destId="{29F2F13F-5A65-44FE-B639-8C0D51F11E89}" srcOrd="0" destOrd="0" presId="urn:microsoft.com/office/officeart/2018/2/layout/IconVerticalSolidList"/>
    <dgm:cxn modelId="{9CF6BBAA-64B1-4CB1-A137-FAFF01ED7DA7}" type="presParOf" srcId="{DD052BA1-6EBF-4A33-8906-01890D589F63}" destId="{7C5C0024-1A34-418B-91DD-28EB27017059}" srcOrd="1" destOrd="0" presId="urn:microsoft.com/office/officeart/2018/2/layout/IconVerticalSolidList"/>
    <dgm:cxn modelId="{7CC5EAC6-539F-4CF0-9CB5-5C0AEEBFBBAE}" type="presParOf" srcId="{DD052BA1-6EBF-4A33-8906-01890D589F63}" destId="{636AF10F-0068-404C-A3AB-F11C4B2A60AD}" srcOrd="2" destOrd="0" presId="urn:microsoft.com/office/officeart/2018/2/layout/IconVerticalSolidList"/>
    <dgm:cxn modelId="{F69E4BBC-AE5D-42EF-A22E-936470252AA5}" type="presParOf" srcId="{DD052BA1-6EBF-4A33-8906-01890D589F63}" destId="{56827ACC-1CEA-4BD6-9019-2ED1460E84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EA8658A-D56E-4E8B-81E8-79C51879C917}" type="doc">
      <dgm:prSet loTypeId="urn:microsoft.com/office/officeart/2018/2/layout/IconVerticalSolidList" loCatId="icon" qsTypeId="urn:microsoft.com/office/officeart/2005/8/quickstyle/simple1#3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92C7537C-5E3B-4B9B-82A8-44C8F0DE7784}">
      <dgm:prSet/>
      <dgm:spPr/>
      <dgm:t>
        <a:bodyPr/>
        <a:lstStyle/>
        <a:p>
          <a:r>
            <a:rPr lang="en-US" dirty="0" err="1"/>
            <a:t>Kemajuan</a:t>
          </a:r>
          <a:r>
            <a:rPr lang="en-US" dirty="0"/>
            <a:t> </a:t>
          </a:r>
          <a:r>
            <a:rPr lang="en-US" dirty="0" err="1"/>
            <a:t>Ketercapaian</a:t>
          </a:r>
          <a:r>
            <a:rPr lang="en-US" dirty="0"/>
            <a:t> </a:t>
          </a:r>
          <a:r>
            <a:rPr lang="en-US" dirty="0" err="1"/>
            <a:t>luaran</a:t>
          </a:r>
          <a:r>
            <a:rPr lang="en-US" dirty="0"/>
            <a:t> </a:t>
          </a:r>
          <a:r>
            <a:rPr lang="en-US" dirty="0" err="1"/>
            <a:t>yg</a:t>
          </a:r>
          <a:r>
            <a:rPr lang="en-US" dirty="0"/>
            <a:t> </a:t>
          </a:r>
          <a:r>
            <a:rPr lang="en-US" dirty="0" err="1"/>
            <a:t>dijanjikan</a:t>
          </a:r>
          <a:r>
            <a:rPr lang="en-US" dirty="0"/>
            <a:t> : </a:t>
          </a:r>
        </a:p>
        <a:p>
          <a:r>
            <a:rPr lang="en-US" b="1" dirty="0" err="1"/>
            <a:t>Sesuai</a:t>
          </a:r>
          <a:r>
            <a:rPr lang="en-US" b="1" dirty="0"/>
            <a:t> </a:t>
          </a:r>
          <a:r>
            <a:rPr lang="en-US" b="1" dirty="0" err="1"/>
            <a:t>rencana</a:t>
          </a:r>
          <a:r>
            <a:rPr lang="en-US" b="1" dirty="0"/>
            <a:t>/proposal</a:t>
          </a:r>
          <a:endParaRPr lang="en-US" dirty="0"/>
        </a:p>
      </dgm:t>
    </dgm:pt>
    <dgm:pt modelId="{5900EB96-207D-404B-93C6-905270CCD3E5}" type="parTrans" cxnId="{FF51648B-8F64-438D-98EE-89A0C0BD838A}">
      <dgm:prSet/>
      <dgm:spPr/>
      <dgm:t>
        <a:bodyPr/>
        <a:lstStyle/>
        <a:p>
          <a:endParaRPr lang="en-US"/>
        </a:p>
      </dgm:t>
    </dgm:pt>
    <dgm:pt modelId="{EF1C36E1-D8D2-4E0C-9803-745DAC0DC5A4}" type="sibTrans" cxnId="{FF51648B-8F64-438D-98EE-89A0C0BD838A}">
      <dgm:prSet/>
      <dgm:spPr/>
      <dgm:t>
        <a:bodyPr/>
        <a:lstStyle/>
        <a:p>
          <a:endParaRPr lang="en-US"/>
        </a:p>
      </dgm:t>
    </dgm:pt>
    <dgm:pt modelId="{5402D680-4C02-439E-BB90-AAFA88E0E0AD}">
      <dgm:prSet/>
      <dgm:spPr/>
      <dgm:t>
        <a:bodyPr/>
        <a:lstStyle/>
        <a:p>
          <a:r>
            <a:rPr lang="en-US" dirty="0" err="1"/>
            <a:t>Kesesuaian</a:t>
          </a:r>
          <a:r>
            <a:rPr lang="en-US" dirty="0"/>
            <a:t> </a:t>
          </a:r>
          <a:r>
            <a:rPr lang="en-US" dirty="0" err="1"/>
            <a:t>pengembangan</a:t>
          </a:r>
          <a:r>
            <a:rPr lang="en-US" dirty="0"/>
            <a:t> </a:t>
          </a:r>
          <a:r>
            <a:rPr lang="en-US" dirty="0" err="1"/>
            <a:t>prototipe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spesifikasi</a:t>
          </a:r>
          <a:r>
            <a:rPr lang="en-US" dirty="0"/>
            <a:t> yang </a:t>
          </a:r>
          <a:r>
            <a:rPr lang="en-US" dirty="0" err="1"/>
            <a:t>telah</a:t>
          </a:r>
          <a:r>
            <a:rPr lang="en-US" dirty="0"/>
            <a:t> </a:t>
          </a:r>
          <a:r>
            <a:rPr lang="en-US" dirty="0" err="1"/>
            <a:t>ditetap</a:t>
          </a:r>
          <a:r>
            <a:rPr lang="en-US" dirty="0"/>
            <a:t>: </a:t>
          </a:r>
        </a:p>
        <a:p>
          <a:r>
            <a:rPr lang="en-US" b="1" dirty="0" err="1"/>
            <a:t>Sesuai</a:t>
          </a:r>
          <a:r>
            <a:rPr lang="en-US" b="1" dirty="0"/>
            <a:t> </a:t>
          </a:r>
          <a:r>
            <a:rPr lang="en-US" b="1" dirty="0" err="1"/>
            <a:t>rencana</a:t>
          </a:r>
          <a:r>
            <a:rPr lang="en-US" b="1" dirty="0"/>
            <a:t>/proposal</a:t>
          </a:r>
          <a:endParaRPr lang="en-US" dirty="0"/>
        </a:p>
      </dgm:t>
    </dgm:pt>
    <dgm:pt modelId="{E782F83F-8803-49A0-B2DA-E83368B29D01}" type="parTrans" cxnId="{6AA99AE2-581E-4027-B622-F345153B969B}">
      <dgm:prSet/>
      <dgm:spPr/>
      <dgm:t>
        <a:bodyPr/>
        <a:lstStyle/>
        <a:p>
          <a:endParaRPr lang="en-US"/>
        </a:p>
      </dgm:t>
    </dgm:pt>
    <dgm:pt modelId="{911BE5CD-60A8-4B4E-B79E-5A5F90CD9D81}" type="sibTrans" cxnId="{6AA99AE2-581E-4027-B622-F345153B969B}">
      <dgm:prSet/>
      <dgm:spPr/>
      <dgm:t>
        <a:bodyPr/>
        <a:lstStyle/>
        <a:p>
          <a:endParaRPr lang="en-US"/>
        </a:p>
      </dgm:t>
    </dgm:pt>
    <dgm:pt modelId="{05113220-FE05-4699-9C0D-8ACDC932F8B7}" type="pres">
      <dgm:prSet presAssocID="{0EA8658A-D56E-4E8B-81E8-79C51879C917}" presName="root" presStyleCnt="0">
        <dgm:presLayoutVars>
          <dgm:dir/>
          <dgm:resizeHandles val="exact"/>
        </dgm:presLayoutVars>
      </dgm:prSet>
      <dgm:spPr/>
    </dgm:pt>
    <dgm:pt modelId="{8F1D7ACB-1141-4611-ACCB-2811D93EDEDA}" type="pres">
      <dgm:prSet presAssocID="{92C7537C-5E3B-4B9B-82A8-44C8F0DE7784}" presName="compNode" presStyleCnt="0"/>
      <dgm:spPr/>
    </dgm:pt>
    <dgm:pt modelId="{917C189B-8F48-40EB-97FD-AAAB317C21E6}" type="pres">
      <dgm:prSet presAssocID="{92C7537C-5E3B-4B9B-82A8-44C8F0DE7784}" presName="bgRect" presStyleLbl="bgShp" presStyleIdx="0" presStyleCnt="2"/>
      <dgm:spPr/>
    </dgm:pt>
    <dgm:pt modelId="{03D83FB1-4EE3-41FF-9BD8-97C9C0C10E6C}" type="pres">
      <dgm:prSet presAssocID="{92C7537C-5E3B-4B9B-82A8-44C8F0DE7784}" presName="iconRect" presStyleLbl="nod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dge Tick1 outline"/>
        </a:ext>
      </dgm:extLst>
    </dgm:pt>
    <dgm:pt modelId="{9F84EDED-B12D-4712-9193-5DF339803431}" type="pres">
      <dgm:prSet presAssocID="{92C7537C-5E3B-4B9B-82A8-44C8F0DE7784}" presName="spaceRect" presStyleCnt="0"/>
      <dgm:spPr/>
    </dgm:pt>
    <dgm:pt modelId="{92D35042-0F54-48FE-8D56-24C78DCB7B7C}" type="pres">
      <dgm:prSet presAssocID="{92C7537C-5E3B-4B9B-82A8-44C8F0DE7784}" presName="parTx" presStyleLbl="revTx" presStyleIdx="0" presStyleCnt="2">
        <dgm:presLayoutVars>
          <dgm:chMax val="0"/>
          <dgm:chPref val="0"/>
        </dgm:presLayoutVars>
      </dgm:prSet>
      <dgm:spPr/>
    </dgm:pt>
    <dgm:pt modelId="{BDF49CF8-D1FC-4787-9638-1AC555D919E5}" type="pres">
      <dgm:prSet presAssocID="{EF1C36E1-D8D2-4E0C-9803-745DAC0DC5A4}" presName="sibTrans" presStyleCnt="0"/>
      <dgm:spPr/>
    </dgm:pt>
    <dgm:pt modelId="{F161F055-80D1-4666-AEA5-F9CDE3E2CAF3}" type="pres">
      <dgm:prSet presAssocID="{5402D680-4C02-439E-BB90-AAFA88E0E0AD}" presName="compNode" presStyleCnt="0"/>
      <dgm:spPr/>
    </dgm:pt>
    <dgm:pt modelId="{3353A372-6BCF-4ADB-9C47-F1D33BF0FA93}" type="pres">
      <dgm:prSet presAssocID="{5402D680-4C02-439E-BB90-AAFA88E0E0AD}" presName="bgRect" presStyleLbl="bgShp" presStyleIdx="1" presStyleCnt="2"/>
      <dgm:spPr/>
    </dgm:pt>
    <dgm:pt modelId="{723BC228-BC6E-46A7-8183-54963D521ABC}" type="pres">
      <dgm:prSet presAssocID="{5402D680-4C02-439E-BB90-AAFA88E0E0AD}" presName="iconRect" presStyleLbl="nod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 Like outline"/>
        </a:ext>
      </dgm:extLst>
    </dgm:pt>
    <dgm:pt modelId="{7F9AACD6-7672-4C83-91C8-0EA9BD3B094C}" type="pres">
      <dgm:prSet presAssocID="{5402D680-4C02-439E-BB90-AAFA88E0E0AD}" presName="spaceRect" presStyleCnt="0"/>
      <dgm:spPr/>
    </dgm:pt>
    <dgm:pt modelId="{DD7A1587-43CA-4E3D-A6EB-01B361681BA5}" type="pres">
      <dgm:prSet presAssocID="{5402D680-4C02-439E-BB90-AAFA88E0E0A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D2D02F7D-9FC3-4805-B753-DA488BD06A1B}" type="presOf" srcId="{92C7537C-5E3B-4B9B-82A8-44C8F0DE7784}" destId="{92D35042-0F54-48FE-8D56-24C78DCB7B7C}" srcOrd="0" destOrd="0" presId="urn:microsoft.com/office/officeart/2018/2/layout/IconVerticalSolidList"/>
    <dgm:cxn modelId="{FF51648B-8F64-438D-98EE-89A0C0BD838A}" srcId="{0EA8658A-D56E-4E8B-81E8-79C51879C917}" destId="{92C7537C-5E3B-4B9B-82A8-44C8F0DE7784}" srcOrd="0" destOrd="0" parTransId="{5900EB96-207D-404B-93C6-905270CCD3E5}" sibTransId="{EF1C36E1-D8D2-4E0C-9803-745DAC0DC5A4}"/>
    <dgm:cxn modelId="{223BF7C5-3955-4EF7-B641-F0F59EA95AF7}" type="presOf" srcId="{0EA8658A-D56E-4E8B-81E8-79C51879C917}" destId="{05113220-FE05-4699-9C0D-8ACDC932F8B7}" srcOrd="0" destOrd="0" presId="urn:microsoft.com/office/officeart/2018/2/layout/IconVerticalSolidList"/>
    <dgm:cxn modelId="{818C89E0-8B9A-4225-AB38-BC3B89BA5078}" type="presOf" srcId="{5402D680-4C02-439E-BB90-AAFA88E0E0AD}" destId="{DD7A1587-43CA-4E3D-A6EB-01B361681BA5}" srcOrd="0" destOrd="0" presId="urn:microsoft.com/office/officeart/2018/2/layout/IconVerticalSolidList"/>
    <dgm:cxn modelId="{6AA99AE2-581E-4027-B622-F345153B969B}" srcId="{0EA8658A-D56E-4E8B-81E8-79C51879C917}" destId="{5402D680-4C02-439E-BB90-AAFA88E0E0AD}" srcOrd="1" destOrd="0" parTransId="{E782F83F-8803-49A0-B2DA-E83368B29D01}" sibTransId="{911BE5CD-60A8-4B4E-B79E-5A5F90CD9D81}"/>
    <dgm:cxn modelId="{E8A7D6C6-7105-4D7E-96E8-93A97A76C72B}" type="presParOf" srcId="{05113220-FE05-4699-9C0D-8ACDC932F8B7}" destId="{8F1D7ACB-1141-4611-ACCB-2811D93EDEDA}" srcOrd="0" destOrd="0" presId="urn:microsoft.com/office/officeart/2018/2/layout/IconVerticalSolidList"/>
    <dgm:cxn modelId="{F8A36399-56D2-4FE9-9D7F-00C98F188F79}" type="presParOf" srcId="{8F1D7ACB-1141-4611-ACCB-2811D93EDEDA}" destId="{917C189B-8F48-40EB-97FD-AAAB317C21E6}" srcOrd="0" destOrd="0" presId="urn:microsoft.com/office/officeart/2018/2/layout/IconVerticalSolidList"/>
    <dgm:cxn modelId="{89D71C84-4A76-4DB2-B344-FF65F6B2A62B}" type="presParOf" srcId="{8F1D7ACB-1141-4611-ACCB-2811D93EDEDA}" destId="{03D83FB1-4EE3-41FF-9BD8-97C9C0C10E6C}" srcOrd="1" destOrd="0" presId="urn:microsoft.com/office/officeart/2018/2/layout/IconVerticalSolidList"/>
    <dgm:cxn modelId="{8B2B13CA-37B6-4FCE-836B-41E4CB446EE3}" type="presParOf" srcId="{8F1D7ACB-1141-4611-ACCB-2811D93EDEDA}" destId="{9F84EDED-B12D-4712-9193-5DF339803431}" srcOrd="2" destOrd="0" presId="urn:microsoft.com/office/officeart/2018/2/layout/IconVerticalSolidList"/>
    <dgm:cxn modelId="{03DDA757-CA29-4938-8A6E-8F173FF39FB6}" type="presParOf" srcId="{8F1D7ACB-1141-4611-ACCB-2811D93EDEDA}" destId="{92D35042-0F54-48FE-8D56-24C78DCB7B7C}" srcOrd="3" destOrd="0" presId="urn:microsoft.com/office/officeart/2018/2/layout/IconVerticalSolidList"/>
    <dgm:cxn modelId="{BD6B5AE8-943F-48A3-A6BC-8C4B4334936D}" type="presParOf" srcId="{05113220-FE05-4699-9C0D-8ACDC932F8B7}" destId="{BDF49CF8-D1FC-4787-9638-1AC555D919E5}" srcOrd="1" destOrd="0" presId="urn:microsoft.com/office/officeart/2018/2/layout/IconVerticalSolidList"/>
    <dgm:cxn modelId="{0C23BF3A-5CD7-409C-9EAB-5F91629CF062}" type="presParOf" srcId="{05113220-FE05-4699-9C0D-8ACDC932F8B7}" destId="{F161F055-80D1-4666-AEA5-F9CDE3E2CAF3}" srcOrd="2" destOrd="0" presId="urn:microsoft.com/office/officeart/2018/2/layout/IconVerticalSolidList"/>
    <dgm:cxn modelId="{A12E8A17-BCA9-4337-94F8-948676E90BD3}" type="presParOf" srcId="{F161F055-80D1-4666-AEA5-F9CDE3E2CAF3}" destId="{3353A372-6BCF-4ADB-9C47-F1D33BF0FA93}" srcOrd="0" destOrd="0" presId="urn:microsoft.com/office/officeart/2018/2/layout/IconVerticalSolidList"/>
    <dgm:cxn modelId="{5568D9B8-6DCB-412A-ABF7-3865B3ECA573}" type="presParOf" srcId="{F161F055-80D1-4666-AEA5-F9CDE3E2CAF3}" destId="{723BC228-BC6E-46A7-8183-54963D521ABC}" srcOrd="1" destOrd="0" presId="urn:microsoft.com/office/officeart/2018/2/layout/IconVerticalSolidList"/>
    <dgm:cxn modelId="{334596F6-6D7C-4AE8-919A-917B0B5281E7}" type="presParOf" srcId="{F161F055-80D1-4666-AEA5-F9CDE3E2CAF3}" destId="{7F9AACD6-7672-4C83-91C8-0EA9BD3B094C}" srcOrd="2" destOrd="0" presId="urn:microsoft.com/office/officeart/2018/2/layout/IconVerticalSolidList"/>
    <dgm:cxn modelId="{66E6F750-FE0A-4E41-94D3-5B9860C53AD6}" type="presParOf" srcId="{F161F055-80D1-4666-AEA5-F9CDE3E2CAF3}" destId="{DD7A1587-43CA-4E3D-A6EB-01B361681B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6E6EC-2E15-4673-A6D9-B7E74D673FF0}">
      <dsp:nvSpPr>
        <dsp:cNvPr id="0" name=""/>
        <dsp:cNvSpPr/>
      </dsp:nvSpPr>
      <dsp:spPr>
        <a:xfrm>
          <a:off x="0" y="44473"/>
          <a:ext cx="1083564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Latar Belakang</a:t>
          </a:r>
        </a:p>
      </dsp:txBody>
      <dsp:txXfrm>
        <a:off x="31613" y="76086"/>
        <a:ext cx="10772414" cy="584369"/>
      </dsp:txXfrm>
    </dsp:sp>
    <dsp:sp modelId="{AFCEE103-DD73-4C0D-B431-950D777AB93E}">
      <dsp:nvSpPr>
        <dsp:cNvPr id="0" name=""/>
        <dsp:cNvSpPr/>
      </dsp:nvSpPr>
      <dsp:spPr>
        <a:xfrm>
          <a:off x="0" y="769828"/>
          <a:ext cx="1083564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Hasil Pelaksanaan Penelitian</a:t>
          </a:r>
        </a:p>
      </dsp:txBody>
      <dsp:txXfrm>
        <a:off x="31613" y="801441"/>
        <a:ext cx="10772414" cy="584369"/>
      </dsp:txXfrm>
    </dsp:sp>
    <dsp:sp modelId="{29F0F4A9-6605-4632-9CE9-65EA0912CC95}">
      <dsp:nvSpPr>
        <dsp:cNvPr id="0" name=""/>
        <dsp:cNvSpPr/>
      </dsp:nvSpPr>
      <dsp:spPr>
        <a:xfrm>
          <a:off x="0" y="1495183"/>
          <a:ext cx="1083564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Luaran</a:t>
          </a:r>
        </a:p>
      </dsp:txBody>
      <dsp:txXfrm>
        <a:off x="31613" y="1526796"/>
        <a:ext cx="10772414" cy="584369"/>
      </dsp:txXfrm>
    </dsp:sp>
    <dsp:sp modelId="{01EB93AE-AC60-4179-974E-2439E2D5B74E}">
      <dsp:nvSpPr>
        <dsp:cNvPr id="0" name=""/>
        <dsp:cNvSpPr/>
      </dsp:nvSpPr>
      <dsp:spPr>
        <a:xfrm>
          <a:off x="0" y="2220538"/>
          <a:ext cx="1083564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Realisasi keterlibatan/ kontribusi mitra</a:t>
          </a:r>
        </a:p>
      </dsp:txBody>
      <dsp:txXfrm>
        <a:off x="31613" y="2252151"/>
        <a:ext cx="10772414" cy="584369"/>
      </dsp:txXfrm>
    </dsp:sp>
    <dsp:sp modelId="{0D30E1B5-ECFC-4001-B081-3B844927D760}">
      <dsp:nvSpPr>
        <dsp:cNvPr id="0" name=""/>
        <dsp:cNvSpPr/>
      </dsp:nvSpPr>
      <dsp:spPr>
        <a:xfrm>
          <a:off x="0" y="2945893"/>
          <a:ext cx="1083564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Kendala Pelaksanaan Penelitian</a:t>
          </a:r>
        </a:p>
      </dsp:txBody>
      <dsp:txXfrm>
        <a:off x="31613" y="2977506"/>
        <a:ext cx="10772414" cy="584369"/>
      </dsp:txXfrm>
    </dsp:sp>
    <dsp:sp modelId="{63B09C23-315A-47B3-800A-AD32D915A147}">
      <dsp:nvSpPr>
        <dsp:cNvPr id="0" name=""/>
        <dsp:cNvSpPr/>
      </dsp:nvSpPr>
      <dsp:spPr>
        <a:xfrm>
          <a:off x="0" y="3671248"/>
          <a:ext cx="1083564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Rencana Tahapan Selanjutnya</a:t>
          </a:r>
        </a:p>
      </dsp:txBody>
      <dsp:txXfrm>
        <a:off x="31613" y="3702861"/>
        <a:ext cx="10772414" cy="584369"/>
      </dsp:txXfrm>
    </dsp:sp>
    <dsp:sp modelId="{C51825FF-8C33-4A5F-8497-26651A0F40D2}">
      <dsp:nvSpPr>
        <dsp:cNvPr id="0" name=""/>
        <dsp:cNvSpPr/>
      </dsp:nvSpPr>
      <dsp:spPr>
        <a:xfrm>
          <a:off x="0" y="4396603"/>
          <a:ext cx="10835640" cy="647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Penyerapan Anggaran</a:t>
          </a:r>
        </a:p>
      </dsp:txBody>
      <dsp:txXfrm>
        <a:off x="31613" y="4428216"/>
        <a:ext cx="10772414" cy="5843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8FCFFD-2B0A-4B8B-84C6-B6434512C653}">
      <dsp:nvSpPr>
        <dsp:cNvPr id="0" name=""/>
        <dsp:cNvSpPr/>
      </dsp:nvSpPr>
      <dsp:spPr>
        <a:xfrm>
          <a:off x="0" y="982773"/>
          <a:ext cx="7688495" cy="18143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9E84B-E066-4DCB-865C-E0897D331275}">
      <dsp:nvSpPr>
        <dsp:cNvPr id="0" name=""/>
        <dsp:cNvSpPr/>
      </dsp:nvSpPr>
      <dsp:spPr>
        <a:xfrm>
          <a:off x="548841" y="1391002"/>
          <a:ext cx="997892" cy="99789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C92670-228B-4FE5-AFDD-E83B1730017D}">
      <dsp:nvSpPr>
        <dsp:cNvPr id="0" name=""/>
        <dsp:cNvSpPr/>
      </dsp:nvSpPr>
      <dsp:spPr>
        <a:xfrm>
          <a:off x="2095575" y="982773"/>
          <a:ext cx="5592919" cy="18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19" tIns="192019" rIns="192019" bIns="19201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Prototype</a:t>
          </a:r>
        </a:p>
      </dsp:txBody>
      <dsp:txXfrm>
        <a:off x="2095575" y="982773"/>
        <a:ext cx="5592919" cy="1814350"/>
      </dsp:txXfrm>
    </dsp:sp>
    <dsp:sp modelId="{29F2F13F-5A65-44FE-B639-8C0D51F11E89}">
      <dsp:nvSpPr>
        <dsp:cNvPr id="0" name=""/>
        <dsp:cNvSpPr/>
      </dsp:nvSpPr>
      <dsp:spPr>
        <a:xfrm>
          <a:off x="0" y="3250711"/>
          <a:ext cx="7688495" cy="18143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C0024-1A34-418B-91DD-28EB27017059}">
      <dsp:nvSpPr>
        <dsp:cNvPr id="0" name=""/>
        <dsp:cNvSpPr/>
      </dsp:nvSpPr>
      <dsp:spPr>
        <a:xfrm>
          <a:off x="548841" y="3658940"/>
          <a:ext cx="997892" cy="99789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827ACC-1CEA-4BD6-9019-2ED1460E84BC}">
      <dsp:nvSpPr>
        <dsp:cNvPr id="0" name=""/>
        <dsp:cNvSpPr/>
      </dsp:nvSpPr>
      <dsp:spPr>
        <a:xfrm>
          <a:off x="2095575" y="3250711"/>
          <a:ext cx="5592919" cy="18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19" tIns="192019" rIns="192019" bIns="19201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Artikel Ilmiah</a:t>
          </a:r>
        </a:p>
      </dsp:txBody>
      <dsp:txXfrm>
        <a:off x="2095575" y="3250711"/>
        <a:ext cx="5592919" cy="18143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7C189B-8F48-40EB-97FD-AAAB317C21E6}">
      <dsp:nvSpPr>
        <dsp:cNvPr id="0" name=""/>
        <dsp:cNvSpPr/>
      </dsp:nvSpPr>
      <dsp:spPr>
        <a:xfrm>
          <a:off x="0" y="989311"/>
          <a:ext cx="6688835" cy="18264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D83FB1-4EE3-41FF-9BD8-97C9C0C10E6C}">
      <dsp:nvSpPr>
        <dsp:cNvPr id="0" name=""/>
        <dsp:cNvSpPr/>
      </dsp:nvSpPr>
      <dsp:spPr>
        <a:xfrm>
          <a:off x="552492" y="1400255"/>
          <a:ext cx="1004531" cy="100453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35042-0F54-48FE-8D56-24C78DCB7B7C}">
      <dsp:nvSpPr>
        <dsp:cNvPr id="0" name=""/>
        <dsp:cNvSpPr/>
      </dsp:nvSpPr>
      <dsp:spPr>
        <a:xfrm>
          <a:off x="2109515" y="989311"/>
          <a:ext cx="4579320" cy="1826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296" tIns="193296" rIns="193296" bIns="19329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Kemajuan</a:t>
          </a:r>
          <a:r>
            <a:rPr lang="en-US" sz="2300" kern="1200" dirty="0"/>
            <a:t> </a:t>
          </a:r>
          <a:r>
            <a:rPr lang="en-US" sz="2300" kern="1200" dirty="0" err="1"/>
            <a:t>Ketercapaian</a:t>
          </a:r>
          <a:r>
            <a:rPr lang="en-US" sz="2300" kern="1200" dirty="0"/>
            <a:t> </a:t>
          </a:r>
          <a:r>
            <a:rPr lang="en-US" sz="2300" kern="1200" dirty="0" err="1"/>
            <a:t>luaran</a:t>
          </a:r>
          <a:r>
            <a:rPr lang="en-US" sz="2300" kern="1200" dirty="0"/>
            <a:t> </a:t>
          </a:r>
          <a:r>
            <a:rPr lang="en-US" sz="2300" kern="1200" dirty="0" err="1"/>
            <a:t>yg</a:t>
          </a:r>
          <a:r>
            <a:rPr lang="en-US" sz="2300" kern="1200" dirty="0"/>
            <a:t> </a:t>
          </a:r>
          <a:r>
            <a:rPr lang="en-US" sz="2300" kern="1200" dirty="0" err="1"/>
            <a:t>dijanjikan</a:t>
          </a:r>
          <a:r>
            <a:rPr lang="en-US" sz="2300" kern="1200" dirty="0"/>
            <a:t> :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/>
            <a:t>Sesuai</a:t>
          </a:r>
          <a:r>
            <a:rPr lang="en-US" sz="2300" b="1" kern="1200" dirty="0"/>
            <a:t> </a:t>
          </a:r>
          <a:r>
            <a:rPr lang="en-US" sz="2300" b="1" kern="1200" dirty="0" err="1"/>
            <a:t>rencana</a:t>
          </a:r>
          <a:r>
            <a:rPr lang="en-US" sz="2300" b="1" kern="1200" dirty="0"/>
            <a:t>/proposal</a:t>
          </a:r>
          <a:endParaRPr lang="en-US" sz="2300" kern="1200" dirty="0"/>
        </a:p>
      </dsp:txBody>
      <dsp:txXfrm>
        <a:off x="2109515" y="989311"/>
        <a:ext cx="4579320" cy="1826420"/>
      </dsp:txXfrm>
    </dsp:sp>
    <dsp:sp modelId="{3353A372-6BCF-4ADB-9C47-F1D33BF0FA93}">
      <dsp:nvSpPr>
        <dsp:cNvPr id="0" name=""/>
        <dsp:cNvSpPr/>
      </dsp:nvSpPr>
      <dsp:spPr>
        <a:xfrm>
          <a:off x="0" y="3272336"/>
          <a:ext cx="6688835" cy="182642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BC228-BC6E-46A7-8183-54963D521ABC}">
      <dsp:nvSpPr>
        <dsp:cNvPr id="0" name=""/>
        <dsp:cNvSpPr/>
      </dsp:nvSpPr>
      <dsp:spPr>
        <a:xfrm>
          <a:off x="552492" y="3683281"/>
          <a:ext cx="1004531" cy="1004531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7A1587-43CA-4E3D-A6EB-01B361681BA5}">
      <dsp:nvSpPr>
        <dsp:cNvPr id="0" name=""/>
        <dsp:cNvSpPr/>
      </dsp:nvSpPr>
      <dsp:spPr>
        <a:xfrm>
          <a:off x="2109515" y="3272336"/>
          <a:ext cx="4579320" cy="1826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296" tIns="193296" rIns="193296" bIns="19329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Kesesuaian</a:t>
          </a:r>
          <a:r>
            <a:rPr lang="en-US" sz="2300" kern="1200" dirty="0"/>
            <a:t> </a:t>
          </a:r>
          <a:r>
            <a:rPr lang="en-US" sz="2300" kern="1200" dirty="0" err="1"/>
            <a:t>pengembangan</a:t>
          </a:r>
          <a:r>
            <a:rPr lang="en-US" sz="2300" kern="1200" dirty="0"/>
            <a:t> </a:t>
          </a:r>
          <a:r>
            <a:rPr lang="en-US" sz="2300" kern="1200" dirty="0" err="1"/>
            <a:t>prototipe</a:t>
          </a:r>
          <a:r>
            <a:rPr lang="en-US" sz="2300" kern="1200" dirty="0"/>
            <a:t> </a:t>
          </a:r>
          <a:r>
            <a:rPr lang="en-US" sz="2300" kern="1200" dirty="0" err="1"/>
            <a:t>dengan</a:t>
          </a:r>
          <a:r>
            <a:rPr lang="en-US" sz="2300" kern="1200" dirty="0"/>
            <a:t> </a:t>
          </a:r>
          <a:r>
            <a:rPr lang="en-US" sz="2300" kern="1200" dirty="0" err="1"/>
            <a:t>spesifikasi</a:t>
          </a:r>
          <a:r>
            <a:rPr lang="en-US" sz="2300" kern="1200" dirty="0"/>
            <a:t> yang </a:t>
          </a:r>
          <a:r>
            <a:rPr lang="en-US" sz="2300" kern="1200" dirty="0" err="1"/>
            <a:t>telah</a:t>
          </a:r>
          <a:r>
            <a:rPr lang="en-US" sz="2300" kern="1200" dirty="0"/>
            <a:t> </a:t>
          </a:r>
          <a:r>
            <a:rPr lang="en-US" sz="2300" kern="1200" dirty="0" err="1"/>
            <a:t>ditetap</a:t>
          </a:r>
          <a:r>
            <a:rPr lang="en-US" sz="2300" kern="1200" dirty="0"/>
            <a:t>: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 err="1"/>
            <a:t>Sesuai</a:t>
          </a:r>
          <a:r>
            <a:rPr lang="en-US" sz="2300" b="1" kern="1200" dirty="0"/>
            <a:t> </a:t>
          </a:r>
          <a:r>
            <a:rPr lang="en-US" sz="2300" b="1" kern="1200" dirty="0" err="1"/>
            <a:t>rencana</a:t>
          </a:r>
          <a:r>
            <a:rPr lang="en-US" sz="2300" b="1" kern="1200" dirty="0"/>
            <a:t>/proposal</a:t>
          </a:r>
          <a:endParaRPr lang="en-US" sz="2300" kern="1200" dirty="0"/>
        </a:p>
      </dsp:txBody>
      <dsp:txXfrm>
        <a:off x="2109515" y="3272336"/>
        <a:ext cx="4579320" cy="1826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AA87B-E52F-4839-9051-0A298C7CE3C1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28B91-AAA4-4C6F-9037-6EFE50C59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9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5823EC4-E58C-4C5C-9C51-798389CFBBA7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74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CD78E-A726-4CCB-9EF6-1688AA3147D9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6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C6E84-CC8A-244E-95A0-206B2BDC6B9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137848" y="6391656"/>
            <a:ext cx="3494314" cy="33379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B857EC-A19D-4685-8A14-683981B597E8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2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206" y="216426"/>
            <a:ext cx="4064673" cy="393495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" y="4846320"/>
            <a:ext cx="4035999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5F4D84-5521-EF06-6F21-FF39CFD2A81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882480" y="6378213"/>
            <a:ext cx="138471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716FDB-D397-4AF7-BCC4-9C923BF7084B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78213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1953364-E558-970A-5425-4AFF617AEAA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1" y="265176"/>
            <a:ext cx="7010400" cy="6327648"/>
          </a:xfrm>
          <a:custGeom>
            <a:avLst/>
            <a:gdLst>
              <a:gd name="connsiteX0" fmla="*/ 302565 w 7010400"/>
              <a:gd name="connsiteY0" fmla="*/ 0 h 6316602"/>
              <a:gd name="connsiteX1" fmla="*/ 6707835 w 7010400"/>
              <a:gd name="connsiteY1" fmla="*/ 0 h 6316602"/>
              <a:gd name="connsiteX2" fmla="*/ 7010400 w 7010400"/>
              <a:gd name="connsiteY2" fmla="*/ 302565 h 6316602"/>
              <a:gd name="connsiteX3" fmla="*/ 7010400 w 7010400"/>
              <a:gd name="connsiteY3" fmla="*/ 6014037 h 6316602"/>
              <a:gd name="connsiteX4" fmla="*/ 6707835 w 7010400"/>
              <a:gd name="connsiteY4" fmla="*/ 6316602 h 6316602"/>
              <a:gd name="connsiteX5" fmla="*/ 302565 w 7010400"/>
              <a:gd name="connsiteY5" fmla="*/ 6316602 h 6316602"/>
              <a:gd name="connsiteX6" fmla="*/ 0 w 7010400"/>
              <a:gd name="connsiteY6" fmla="*/ 6014037 h 6316602"/>
              <a:gd name="connsiteX7" fmla="*/ 0 w 7010400"/>
              <a:gd name="connsiteY7" fmla="*/ 302565 h 6316602"/>
              <a:gd name="connsiteX8" fmla="*/ 302565 w 7010400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10400" h="6316602">
                <a:moveTo>
                  <a:pt x="302565" y="0"/>
                </a:moveTo>
                <a:lnTo>
                  <a:pt x="6707835" y="0"/>
                </a:lnTo>
                <a:cubicBezTo>
                  <a:pt x="6874937" y="0"/>
                  <a:pt x="7010400" y="135463"/>
                  <a:pt x="7010400" y="302565"/>
                </a:cubicBezTo>
                <a:lnTo>
                  <a:pt x="7010400" y="6014037"/>
                </a:lnTo>
                <a:cubicBezTo>
                  <a:pt x="7010400" y="6181139"/>
                  <a:pt x="6874937" y="6316602"/>
                  <a:pt x="6707835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96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116" y="1043184"/>
            <a:ext cx="3459903" cy="29066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17" y="4692866"/>
            <a:ext cx="3361935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E8B118F-C188-2019-1C9E-6A452890C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124624 w 12192000"/>
              <a:gd name="connsiteY0" fmla="*/ 808189 h 6858000"/>
              <a:gd name="connsiteX1" fmla="*/ 811206 w 12192000"/>
              <a:gd name="connsiteY1" fmla="*/ 1121607 h 6858000"/>
              <a:gd name="connsiteX2" fmla="*/ 811206 w 12192000"/>
              <a:gd name="connsiteY2" fmla="*/ 5736392 h 6858000"/>
              <a:gd name="connsiteX3" fmla="*/ 1124624 w 12192000"/>
              <a:gd name="connsiteY3" fmla="*/ 6049810 h 6858000"/>
              <a:gd name="connsiteX4" fmla="*/ 4372882 w 12192000"/>
              <a:gd name="connsiteY4" fmla="*/ 6049810 h 6858000"/>
              <a:gd name="connsiteX5" fmla="*/ 4686301 w 12192000"/>
              <a:gd name="connsiteY5" fmla="*/ 5736392 h 6858000"/>
              <a:gd name="connsiteX6" fmla="*/ 4686301 w 12192000"/>
              <a:gd name="connsiteY6" fmla="*/ 1121607 h 6858000"/>
              <a:gd name="connsiteX7" fmla="*/ 4372882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1124624" y="808189"/>
                </a:moveTo>
                <a:cubicBezTo>
                  <a:pt x="951528" y="808189"/>
                  <a:pt x="811206" y="948511"/>
                  <a:pt x="811206" y="1121607"/>
                </a:cubicBezTo>
                <a:lnTo>
                  <a:pt x="811206" y="5736392"/>
                </a:lnTo>
                <a:cubicBezTo>
                  <a:pt x="811206" y="5909488"/>
                  <a:pt x="951528" y="6049810"/>
                  <a:pt x="1124624" y="6049810"/>
                </a:cubicBezTo>
                <a:lnTo>
                  <a:pt x="4372882" y="6049810"/>
                </a:lnTo>
                <a:cubicBezTo>
                  <a:pt x="4545978" y="6049810"/>
                  <a:pt x="4686301" y="5909488"/>
                  <a:pt x="4686301" y="5736392"/>
                </a:cubicBezTo>
                <a:lnTo>
                  <a:pt x="4686301" y="1121607"/>
                </a:lnTo>
                <a:cubicBezTo>
                  <a:pt x="4686301" y="948511"/>
                  <a:pt x="4545978" y="808189"/>
                  <a:pt x="4372882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223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5C414-30D0-86AA-C3C7-AB85722C2C5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971800" y="6387128"/>
            <a:ext cx="1295401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8A62344-A08B-4AB3-9605-42A4E1DCD2A8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67201" y="6386519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321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17480" y="1043185"/>
            <a:ext cx="3459903" cy="26078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481" y="4692866"/>
            <a:ext cx="3459902" cy="112326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93E65DC-EA13-A100-8BB0-C29D33F16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809944 w 12192000"/>
              <a:gd name="connsiteY0" fmla="*/ 820064 h 6858000"/>
              <a:gd name="connsiteX1" fmla="*/ 7496526 w 12192000"/>
              <a:gd name="connsiteY1" fmla="*/ 1133482 h 6858000"/>
              <a:gd name="connsiteX2" fmla="*/ 7496526 w 12192000"/>
              <a:gd name="connsiteY2" fmla="*/ 5748267 h 6858000"/>
              <a:gd name="connsiteX3" fmla="*/ 7809944 w 12192000"/>
              <a:gd name="connsiteY3" fmla="*/ 6061685 h 6858000"/>
              <a:gd name="connsiteX4" fmla="*/ 11058202 w 12192000"/>
              <a:gd name="connsiteY4" fmla="*/ 6061685 h 6858000"/>
              <a:gd name="connsiteX5" fmla="*/ 11371620 w 12192000"/>
              <a:gd name="connsiteY5" fmla="*/ 5748267 h 6858000"/>
              <a:gd name="connsiteX6" fmla="*/ 11371620 w 12192000"/>
              <a:gd name="connsiteY6" fmla="*/ 1133482 h 6858000"/>
              <a:gd name="connsiteX7" fmla="*/ 11058202 w 12192000"/>
              <a:gd name="connsiteY7" fmla="*/ 820064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809944" y="820064"/>
                </a:moveTo>
                <a:cubicBezTo>
                  <a:pt x="7636848" y="820064"/>
                  <a:pt x="7496526" y="960386"/>
                  <a:pt x="7496526" y="1133482"/>
                </a:cubicBezTo>
                <a:lnTo>
                  <a:pt x="7496526" y="5748267"/>
                </a:lnTo>
                <a:cubicBezTo>
                  <a:pt x="7496526" y="5921363"/>
                  <a:pt x="7636848" y="6061685"/>
                  <a:pt x="7809944" y="6061685"/>
                </a:cubicBezTo>
                <a:lnTo>
                  <a:pt x="11058202" y="6061685"/>
                </a:lnTo>
                <a:cubicBezTo>
                  <a:pt x="11231298" y="6061685"/>
                  <a:pt x="11371620" y="5921363"/>
                  <a:pt x="11371620" y="5748267"/>
                </a:cubicBezTo>
                <a:lnTo>
                  <a:pt x="11371620" y="1133482"/>
                </a:lnTo>
                <a:cubicBezTo>
                  <a:pt x="11371620" y="960386"/>
                  <a:pt x="11231298" y="820064"/>
                  <a:pt x="11058202" y="82006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5700" y="6387737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6694D-0EA3-D3C7-ECF4-BBF1269CF6A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646060" y="6387128"/>
            <a:ext cx="1341749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D7ABEDB0-76AF-40FA-83E3-D1FF3CA76787}" type="datetime1">
              <a:rPr lang="en-US" smtClean="0"/>
              <a:t>9/26/2026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7809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338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05" y="208156"/>
            <a:ext cx="5729095" cy="31354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46320"/>
            <a:ext cx="446234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92911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C8992BB-90F0-4112-9B1F-7693B76967F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4995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18560C4-8760-7FBD-159D-6CA9346253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14371" y="266700"/>
            <a:ext cx="4410930" cy="6324600"/>
          </a:xfrm>
          <a:custGeom>
            <a:avLst/>
            <a:gdLst>
              <a:gd name="connsiteX0" fmla="*/ 275374 w 4410930"/>
              <a:gd name="connsiteY0" fmla="*/ 0 h 6324600"/>
              <a:gd name="connsiteX1" fmla="*/ 4135556 w 4410930"/>
              <a:gd name="connsiteY1" fmla="*/ 0 h 6324600"/>
              <a:gd name="connsiteX2" fmla="*/ 4410930 w 4410930"/>
              <a:gd name="connsiteY2" fmla="*/ 275374 h 6324600"/>
              <a:gd name="connsiteX3" fmla="*/ 4410930 w 4410930"/>
              <a:gd name="connsiteY3" fmla="*/ 6049226 h 6324600"/>
              <a:gd name="connsiteX4" fmla="*/ 4135556 w 4410930"/>
              <a:gd name="connsiteY4" fmla="*/ 6324600 h 6324600"/>
              <a:gd name="connsiteX5" fmla="*/ 275374 w 4410930"/>
              <a:gd name="connsiteY5" fmla="*/ 6324600 h 6324600"/>
              <a:gd name="connsiteX6" fmla="*/ 0 w 4410930"/>
              <a:gd name="connsiteY6" fmla="*/ 6049226 h 6324600"/>
              <a:gd name="connsiteX7" fmla="*/ 0 w 4410930"/>
              <a:gd name="connsiteY7" fmla="*/ 275374 h 6324600"/>
              <a:gd name="connsiteX8" fmla="*/ 275374 w 441093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10930" h="6324600">
                <a:moveTo>
                  <a:pt x="275374" y="0"/>
                </a:moveTo>
                <a:lnTo>
                  <a:pt x="4135556" y="0"/>
                </a:lnTo>
                <a:cubicBezTo>
                  <a:pt x="4287641" y="0"/>
                  <a:pt x="4410930" y="123289"/>
                  <a:pt x="4410930" y="275374"/>
                </a:cubicBezTo>
                <a:lnTo>
                  <a:pt x="4410930" y="6049226"/>
                </a:lnTo>
                <a:cubicBezTo>
                  <a:pt x="4410930" y="6201311"/>
                  <a:pt x="4287641" y="6324600"/>
                  <a:pt x="4135556" y="6324600"/>
                </a:cubicBezTo>
                <a:lnTo>
                  <a:pt x="275374" y="6324600"/>
                </a:lnTo>
                <a:cubicBezTo>
                  <a:pt x="123289" y="6324600"/>
                  <a:pt x="0" y="6201311"/>
                  <a:pt x="0" y="6049226"/>
                </a:cubicBezTo>
                <a:lnTo>
                  <a:pt x="0" y="275374"/>
                </a:lnTo>
                <a:cubicBezTo>
                  <a:pt x="0" y="123289"/>
                  <a:pt x="123289" y="0"/>
                  <a:pt x="275374" y="0"/>
                </a:cubicBezTo>
                <a:close/>
              </a:path>
            </a:pathLst>
          </a:custGeom>
          <a:blipFill dpi="0" rotWithShape="1">
            <a:blip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830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16" y="199795"/>
            <a:ext cx="8777428" cy="364068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4898361"/>
            <a:ext cx="5675450" cy="133484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55CD02E-B256-4CA4-AF95-70EAECD19730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18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23234C-C11E-4F99-839F-DDBF973EDA5E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97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12" y="192360"/>
            <a:ext cx="11812264" cy="415700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15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854" y="5029200"/>
            <a:ext cx="5681546" cy="120400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ED7DB9-4A3F-4419-9E62-BEE6269F2B42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20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2CC31D-7501-40A7-9D1B-8AC69C4CFF7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40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66D33-2E30-4992-8137-11560724F7D0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70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FB95E-1551-48FC-9A26-E601B3621F25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0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973" y="1010652"/>
            <a:ext cx="3437576" cy="1366457"/>
          </a:xfrm>
        </p:spPr>
        <p:txBody>
          <a:bodyPr anchor="t">
            <a:no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4" y="2377109"/>
            <a:ext cx="3437576" cy="3393239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739F752-D848-0871-8BE8-DE94F03F5A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7608643 w 12192000"/>
              <a:gd name="connsiteY0" fmla="*/ 808189 h 6858000"/>
              <a:gd name="connsiteX1" fmla="*/ 7295225 w 12192000"/>
              <a:gd name="connsiteY1" fmla="*/ 1121607 h 6858000"/>
              <a:gd name="connsiteX2" fmla="*/ 7295225 w 12192000"/>
              <a:gd name="connsiteY2" fmla="*/ 5736392 h 6858000"/>
              <a:gd name="connsiteX3" fmla="*/ 7608643 w 12192000"/>
              <a:gd name="connsiteY3" fmla="*/ 6049810 h 6858000"/>
              <a:gd name="connsiteX4" fmla="*/ 10856901 w 12192000"/>
              <a:gd name="connsiteY4" fmla="*/ 6049810 h 6858000"/>
              <a:gd name="connsiteX5" fmla="*/ 11170319 w 12192000"/>
              <a:gd name="connsiteY5" fmla="*/ 5736392 h 6858000"/>
              <a:gd name="connsiteX6" fmla="*/ 11170319 w 12192000"/>
              <a:gd name="connsiteY6" fmla="*/ 1121607 h 6858000"/>
              <a:gd name="connsiteX7" fmla="*/ 10856901 w 12192000"/>
              <a:gd name="connsiteY7" fmla="*/ 808189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7608643" y="808189"/>
                </a:moveTo>
                <a:cubicBezTo>
                  <a:pt x="7435547" y="808189"/>
                  <a:pt x="7295225" y="948511"/>
                  <a:pt x="7295225" y="1121607"/>
                </a:cubicBezTo>
                <a:lnTo>
                  <a:pt x="7295225" y="5736392"/>
                </a:lnTo>
                <a:cubicBezTo>
                  <a:pt x="7295225" y="5909488"/>
                  <a:pt x="7435547" y="6049810"/>
                  <a:pt x="7608643" y="6049810"/>
                </a:cubicBezTo>
                <a:lnTo>
                  <a:pt x="10856901" y="6049810"/>
                </a:lnTo>
                <a:cubicBezTo>
                  <a:pt x="11029997" y="6049810"/>
                  <a:pt x="11170319" y="5909488"/>
                  <a:pt x="11170319" y="5736392"/>
                </a:cubicBezTo>
                <a:lnTo>
                  <a:pt x="11170319" y="1121607"/>
                </a:lnTo>
                <a:cubicBezTo>
                  <a:pt x="11170319" y="948511"/>
                  <a:pt x="11029997" y="808189"/>
                  <a:pt x="10856901" y="80818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E399E77-A6C4-4634-BEB5-F2E41C1FB261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4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1719072"/>
            <a:ext cx="5623560" cy="1188720"/>
          </a:xfrm>
        </p:spPr>
        <p:txBody>
          <a:bodyPr anchor="ctr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6200" y="3136392"/>
            <a:ext cx="4425696" cy="212140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dirty="0"/>
            </a:lvl1pPr>
            <a:lvl2pPr marL="228600" indent="0" algn="ctr">
              <a:buNone/>
              <a:defRPr lang="en-US" dirty="0"/>
            </a:lvl2pPr>
            <a:lvl3pPr marL="457200" indent="0" algn="ctr">
              <a:buNone/>
              <a:defRPr lang="en-US" dirty="0"/>
            </a:lvl3pPr>
            <a:lvl4pPr marL="685800" indent="0" algn="ctr">
              <a:buNone/>
              <a:defRPr lang="en-US" dirty="0"/>
            </a:lvl4pPr>
            <a:lvl5pPr marL="914400" indent="0" algn="ctr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797B0-DC5B-4FF5-B0A0-4AA5F24C8A8B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2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638300"/>
            <a:ext cx="3114136" cy="37991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19472" y="1638300"/>
            <a:ext cx="4800600" cy="37991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CADA-DB19-4D46-9486-74E6A8DD8606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9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7D4C-A41A-46E4-A264-6AB2C3B5824A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94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6" y="990601"/>
            <a:ext cx="3168695" cy="34375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888" y="990600"/>
            <a:ext cx="6126480" cy="5149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7737-B62B-4747-B5EC-0C681641A1B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7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51472-7719-495F-AC33-7643C031D78E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627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241EAAC-21EB-46CA-8DB9-2B0A089D53E1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56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219457"/>
            <a:ext cx="6370321" cy="100887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228329"/>
            <a:ext cx="6370320" cy="5043490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4416" y="6390795"/>
            <a:ext cx="1298784" cy="338328"/>
          </a:xfrm>
        </p:spPr>
        <p:txBody>
          <a:bodyPr/>
          <a:lstStyle/>
          <a:p>
            <a:fld id="{501F6A6B-DAC2-4111-A4C8-22F3732D2683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05700" y="266700"/>
            <a:ext cx="4419600" cy="63246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91870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09BC7F-12AD-4F86-A854-86D7069C1AE2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69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B213CB-AAE3-4E21-BF78-8B6CE3ACF53D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6362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0" y="219456"/>
            <a:ext cx="4689685" cy="11646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393C6F-81AD-C678-191F-0FD783654DC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6292984" cy="6324600"/>
          </a:xfrm>
          <a:custGeom>
            <a:avLst/>
            <a:gdLst>
              <a:gd name="connsiteX0" fmla="*/ 300805 w 6292984"/>
              <a:gd name="connsiteY0" fmla="*/ 0 h 6324600"/>
              <a:gd name="connsiteX1" fmla="*/ 5992179 w 6292984"/>
              <a:gd name="connsiteY1" fmla="*/ 0 h 6324600"/>
              <a:gd name="connsiteX2" fmla="*/ 6292984 w 6292984"/>
              <a:gd name="connsiteY2" fmla="*/ 300805 h 6324600"/>
              <a:gd name="connsiteX3" fmla="*/ 6292984 w 6292984"/>
              <a:gd name="connsiteY3" fmla="*/ 6023795 h 6324600"/>
              <a:gd name="connsiteX4" fmla="*/ 5992179 w 6292984"/>
              <a:gd name="connsiteY4" fmla="*/ 6324600 h 6324600"/>
              <a:gd name="connsiteX5" fmla="*/ 300805 w 6292984"/>
              <a:gd name="connsiteY5" fmla="*/ 6324600 h 6324600"/>
              <a:gd name="connsiteX6" fmla="*/ 0 w 6292984"/>
              <a:gd name="connsiteY6" fmla="*/ 6023795 h 6324600"/>
              <a:gd name="connsiteX7" fmla="*/ 0 w 6292984"/>
              <a:gd name="connsiteY7" fmla="*/ 300805 h 6324600"/>
              <a:gd name="connsiteX8" fmla="*/ 300805 w 6292984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92984" h="6324600">
                <a:moveTo>
                  <a:pt x="300805" y="0"/>
                </a:moveTo>
                <a:lnTo>
                  <a:pt x="5992179" y="0"/>
                </a:lnTo>
                <a:cubicBezTo>
                  <a:pt x="6158309" y="0"/>
                  <a:pt x="6292984" y="134675"/>
                  <a:pt x="6292984" y="300805"/>
                </a:cubicBezTo>
                <a:lnTo>
                  <a:pt x="6292984" y="6023795"/>
                </a:lnTo>
                <a:cubicBezTo>
                  <a:pt x="6292984" y="6189925"/>
                  <a:pt x="6158309" y="6324600"/>
                  <a:pt x="5992179" y="6324600"/>
                </a:cubicBezTo>
                <a:lnTo>
                  <a:pt x="300805" y="6324600"/>
                </a:lnTo>
                <a:cubicBezTo>
                  <a:pt x="134675" y="6324600"/>
                  <a:pt x="0" y="6189925"/>
                  <a:pt x="0" y="6023795"/>
                </a:cubicBezTo>
                <a:lnTo>
                  <a:pt x="0" y="300805"/>
                </a:lnTo>
                <a:cubicBezTo>
                  <a:pt x="0" y="134675"/>
                  <a:pt x="134675" y="0"/>
                  <a:pt x="300805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19900" y="1378227"/>
            <a:ext cx="4689684" cy="488898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9900" y="6387737"/>
            <a:ext cx="29704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23EEFEE-9AC6-4F3D-8AD6-7664F3264FF2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349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30D46859-DA44-43E6-A6F7-3287A2FCFBEE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3841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2941319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32114" y="220869"/>
            <a:ext cx="4594371" cy="616625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4400" y="269080"/>
            <a:ext cx="3390900" cy="6327648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58174" y="6387128"/>
            <a:ext cx="1032084" cy="338328"/>
          </a:xfrm>
        </p:spPr>
        <p:txBody>
          <a:bodyPr/>
          <a:lstStyle/>
          <a:p>
            <a:fld id="{2374FA73-46DD-4739-8F6B-C92A7FB868F4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0258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471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317CA-5BAC-46BE-958D-7E86B431BD1E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7240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CBC7EDF-D84A-44BF-8099-C5B30B17E0B8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393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6" y="219457"/>
            <a:ext cx="4026915" cy="1303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522992"/>
            <a:ext cx="4026916" cy="474882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9660" y="6387128"/>
            <a:ext cx="1032084" cy="338328"/>
          </a:xfrm>
        </p:spPr>
        <p:txBody>
          <a:bodyPr/>
          <a:lstStyle/>
          <a:p>
            <a:fld id="{0B3BA815-7F94-47EE-A29D-765F9DE113B0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1744" y="6387128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4900" y="265943"/>
            <a:ext cx="7010400" cy="6325357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68654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9071" y="219456"/>
            <a:ext cx="3162300" cy="184919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C1BE581-FB1F-EE1A-8946-9FA6FC25C11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700"/>
            <a:ext cx="7924800" cy="6324600"/>
          </a:xfrm>
          <a:custGeom>
            <a:avLst/>
            <a:gdLst>
              <a:gd name="connsiteX0" fmla="*/ 293082 w 7924800"/>
              <a:gd name="connsiteY0" fmla="*/ 0 h 6324600"/>
              <a:gd name="connsiteX1" fmla="*/ 7631718 w 7924800"/>
              <a:gd name="connsiteY1" fmla="*/ 0 h 6324600"/>
              <a:gd name="connsiteX2" fmla="*/ 7924800 w 7924800"/>
              <a:gd name="connsiteY2" fmla="*/ 293082 h 6324600"/>
              <a:gd name="connsiteX3" fmla="*/ 7924800 w 7924800"/>
              <a:gd name="connsiteY3" fmla="*/ 6031518 h 6324600"/>
              <a:gd name="connsiteX4" fmla="*/ 7631718 w 7924800"/>
              <a:gd name="connsiteY4" fmla="*/ 6324600 h 6324600"/>
              <a:gd name="connsiteX5" fmla="*/ 293082 w 7924800"/>
              <a:gd name="connsiteY5" fmla="*/ 6324600 h 6324600"/>
              <a:gd name="connsiteX6" fmla="*/ 0 w 7924800"/>
              <a:gd name="connsiteY6" fmla="*/ 6031518 h 6324600"/>
              <a:gd name="connsiteX7" fmla="*/ 0 w 7924800"/>
              <a:gd name="connsiteY7" fmla="*/ 293082 h 6324600"/>
              <a:gd name="connsiteX8" fmla="*/ 293082 w 7924800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24800" h="6324600">
                <a:moveTo>
                  <a:pt x="293082" y="0"/>
                </a:moveTo>
                <a:lnTo>
                  <a:pt x="7631718" y="0"/>
                </a:lnTo>
                <a:cubicBezTo>
                  <a:pt x="7793583" y="0"/>
                  <a:pt x="7924800" y="131217"/>
                  <a:pt x="7924800" y="293082"/>
                </a:cubicBezTo>
                <a:lnTo>
                  <a:pt x="7924800" y="6031518"/>
                </a:lnTo>
                <a:cubicBezTo>
                  <a:pt x="7924800" y="6193383"/>
                  <a:pt x="7793583" y="6324600"/>
                  <a:pt x="7631718" y="6324600"/>
                </a:cubicBezTo>
                <a:lnTo>
                  <a:pt x="293082" y="6324600"/>
                </a:lnTo>
                <a:cubicBezTo>
                  <a:pt x="131217" y="6324600"/>
                  <a:pt x="0" y="6193383"/>
                  <a:pt x="0" y="6031518"/>
                </a:cubicBezTo>
                <a:lnTo>
                  <a:pt x="0" y="293082"/>
                </a:lnTo>
                <a:cubicBezTo>
                  <a:pt x="0" y="131217"/>
                  <a:pt x="131217" y="0"/>
                  <a:pt x="293082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59071" y="2111514"/>
            <a:ext cx="3162300" cy="4158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59072" y="6387737"/>
            <a:ext cx="1983112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AC0B17-CE81-470B-ADEC-2384A284EBB0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2928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6F74BF2-2B97-4D0D-BEF8-F0D6AD41CDC3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43775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434" y="219456"/>
            <a:ext cx="2504499" cy="22822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245013D-3ACD-0E69-50DF-0B7C6855E7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8782316" cy="6324600"/>
          </a:xfrm>
          <a:custGeom>
            <a:avLst/>
            <a:gdLst>
              <a:gd name="connsiteX0" fmla="*/ 293967 w 8782316"/>
              <a:gd name="connsiteY0" fmla="*/ 0 h 6324600"/>
              <a:gd name="connsiteX1" fmla="*/ 8488349 w 8782316"/>
              <a:gd name="connsiteY1" fmla="*/ 0 h 6324600"/>
              <a:gd name="connsiteX2" fmla="*/ 8782316 w 8782316"/>
              <a:gd name="connsiteY2" fmla="*/ 293967 h 6324600"/>
              <a:gd name="connsiteX3" fmla="*/ 8782316 w 8782316"/>
              <a:gd name="connsiteY3" fmla="*/ 6030633 h 6324600"/>
              <a:gd name="connsiteX4" fmla="*/ 8488349 w 8782316"/>
              <a:gd name="connsiteY4" fmla="*/ 6324600 h 6324600"/>
              <a:gd name="connsiteX5" fmla="*/ 293967 w 8782316"/>
              <a:gd name="connsiteY5" fmla="*/ 6324600 h 6324600"/>
              <a:gd name="connsiteX6" fmla="*/ 0 w 8782316"/>
              <a:gd name="connsiteY6" fmla="*/ 6030633 h 6324600"/>
              <a:gd name="connsiteX7" fmla="*/ 0 w 8782316"/>
              <a:gd name="connsiteY7" fmla="*/ 293967 h 6324600"/>
              <a:gd name="connsiteX8" fmla="*/ 293967 w 8782316"/>
              <a:gd name="connsiteY8" fmla="*/ 0 h 632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82316" h="6324600">
                <a:moveTo>
                  <a:pt x="293967" y="0"/>
                </a:moveTo>
                <a:lnTo>
                  <a:pt x="8488349" y="0"/>
                </a:lnTo>
                <a:cubicBezTo>
                  <a:pt x="8650702" y="0"/>
                  <a:pt x="8782316" y="131614"/>
                  <a:pt x="8782316" y="293967"/>
                </a:cubicBezTo>
                <a:lnTo>
                  <a:pt x="8782316" y="6030633"/>
                </a:lnTo>
                <a:cubicBezTo>
                  <a:pt x="8782316" y="6192986"/>
                  <a:pt x="8650702" y="6324600"/>
                  <a:pt x="8488349" y="6324600"/>
                </a:cubicBezTo>
                <a:lnTo>
                  <a:pt x="293967" y="6324600"/>
                </a:lnTo>
                <a:cubicBezTo>
                  <a:pt x="131614" y="6324600"/>
                  <a:pt x="0" y="6192986"/>
                  <a:pt x="0" y="6030633"/>
                </a:cubicBezTo>
                <a:lnTo>
                  <a:pt x="0" y="293967"/>
                </a:lnTo>
                <a:cubicBezTo>
                  <a:pt x="0" y="131614"/>
                  <a:pt x="131614" y="0"/>
                  <a:pt x="293967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262115" y="3001992"/>
            <a:ext cx="2494818" cy="3299767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59368" y="6387737"/>
            <a:ext cx="131540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64498" y="6390795"/>
            <a:ext cx="100765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06B30E-8248-4061-97A2-FF282AED1114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8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878" y="5322914"/>
            <a:ext cx="4466322" cy="106421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00625-21B7-D3E3-63A2-DDD86082593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74220" y="265176"/>
            <a:ext cx="11651080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5283156"/>
            <a:ext cx="7010400" cy="110397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E5948-BD0C-4C2E-B6A7-C4EDC256C76D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96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3994637"/>
            <a:ext cx="3460316" cy="19863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350D79-60BC-073C-3EE9-FEF237EFFC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51080" cy="3511571"/>
          </a:xfrm>
          <a:custGeom>
            <a:avLst/>
            <a:gdLst>
              <a:gd name="connsiteX0" fmla="*/ 293181 w 11651080"/>
              <a:gd name="connsiteY0" fmla="*/ 0 h 3511571"/>
              <a:gd name="connsiteX1" fmla="*/ 11357899 w 11651080"/>
              <a:gd name="connsiteY1" fmla="*/ 0 h 3511571"/>
              <a:gd name="connsiteX2" fmla="*/ 11651080 w 11651080"/>
              <a:gd name="connsiteY2" fmla="*/ 293181 h 3511571"/>
              <a:gd name="connsiteX3" fmla="*/ 11651080 w 11651080"/>
              <a:gd name="connsiteY3" fmla="*/ 3218390 h 3511571"/>
              <a:gd name="connsiteX4" fmla="*/ 11521819 w 11651080"/>
              <a:gd name="connsiteY4" fmla="*/ 3461500 h 3511571"/>
              <a:gd name="connsiteX5" fmla="*/ 11477449 w 11651080"/>
              <a:gd name="connsiteY5" fmla="*/ 3485583 h 3511571"/>
              <a:gd name="connsiteX6" fmla="*/ 11417209 w 11651080"/>
              <a:gd name="connsiteY6" fmla="*/ 3504280 h 3511571"/>
              <a:gd name="connsiteX7" fmla="*/ 11344868 w 11651080"/>
              <a:gd name="connsiteY7" fmla="*/ 3511571 h 3511571"/>
              <a:gd name="connsiteX8" fmla="*/ 310043 w 11651080"/>
              <a:gd name="connsiteY8" fmla="*/ 3511571 h 3511571"/>
              <a:gd name="connsiteX9" fmla="*/ 170323 w 11651080"/>
              <a:gd name="connsiteY9" fmla="*/ 3483368 h 3511571"/>
              <a:gd name="connsiteX10" fmla="*/ 127787 w 11651080"/>
              <a:gd name="connsiteY10" fmla="*/ 3460284 h 3511571"/>
              <a:gd name="connsiteX11" fmla="*/ 85871 w 11651080"/>
              <a:gd name="connsiteY11" fmla="*/ 3425700 h 3511571"/>
              <a:gd name="connsiteX12" fmla="*/ 0 w 11651080"/>
              <a:gd name="connsiteY12" fmla="*/ 3218390 h 3511571"/>
              <a:gd name="connsiteX13" fmla="*/ 0 w 11651080"/>
              <a:gd name="connsiteY13" fmla="*/ 293181 h 3511571"/>
              <a:gd name="connsiteX14" fmla="*/ 293181 w 11651080"/>
              <a:gd name="connsiteY14" fmla="*/ 0 h 351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651080" h="3511571">
                <a:moveTo>
                  <a:pt x="293181" y="0"/>
                </a:moveTo>
                <a:lnTo>
                  <a:pt x="11357899" y="0"/>
                </a:lnTo>
                <a:cubicBezTo>
                  <a:pt x="11519818" y="0"/>
                  <a:pt x="11651080" y="131262"/>
                  <a:pt x="11651080" y="293181"/>
                </a:cubicBezTo>
                <a:lnTo>
                  <a:pt x="11651080" y="3218390"/>
                </a:lnTo>
                <a:cubicBezTo>
                  <a:pt x="11651080" y="3319589"/>
                  <a:pt x="11599806" y="3408813"/>
                  <a:pt x="11521819" y="3461500"/>
                </a:cubicBezTo>
                <a:lnTo>
                  <a:pt x="11477449" y="3485583"/>
                </a:lnTo>
                <a:lnTo>
                  <a:pt x="11417209" y="3504280"/>
                </a:lnTo>
                <a:cubicBezTo>
                  <a:pt x="11393842" y="3509060"/>
                  <a:pt x="11369648" y="3511571"/>
                  <a:pt x="11344868" y="3511571"/>
                </a:cubicBezTo>
                <a:lnTo>
                  <a:pt x="310043" y="3511571"/>
                </a:lnTo>
                <a:cubicBezTo>
                  <a:pt x="260482" y="3511571"/>
                  <a:pt x="213267" y="3501529"/>
                  <a:pt x="170323" y="3483368"/>
                </a:cubicBezTo>
                <a:lnTo>
                  <a:pt x="127787" y="3460284"/>
                </a:lnTo>
                <a:lnTo>
                  <a:pt x="85871" y="3425700"/>
                </a:lnTo>
                <a:cubicBezTo>
                  <a:pt x="32816" y="3372645"/>
                  <a:pt x="0" y="3299350"/>
                  <a:pt x="0" y="3218390"/>
                </a:cubicBezTo>
                <a:lnTo>
                  <a:pt x="0" y="293181"/>
                </a:lnTo>
                <a:cubicBezTo>
                  <a:pt x="0" y="131262"/>
                  <a:pt x="131262" y="0"/>
                  <a:pt x="293181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3977466"/>
            <a:ext cx="7962900" cy="228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687EF-F5B2-456F-AF1B-A44D1A0701D7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211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D617CAED-F971-4EAE-89B0-C866D948120E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393695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7689" y="1277917"/>
            <a:ext cx="4244590" cy="105444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A6D8C26-0B2C-F81E-0E9B-25818527E0C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71601" y="2391930"/>
            <a:ext cx="4140679" cy="3094471"/>
          </a:xfrm>
          <a:custGeom>
            <a:avLst/>
            <a:gdLst>
              <a:gd name="connsiteX0" fmla="*/ 287879 w 4140679"/>
              <a:gd name="connsiteY0" fmla="*/ 0 h 3094471"/>
              <a:gd name="connsiteX1" fmla="*/ 3852800 w 4140679"/>
              <a:gd name="connsiteY1" fmla="*/ 0 h 3094471"/>
              <a:gd name="connsiteX2" fmla="*/ 4140679 w 4140679"/>
              <a:gd name="connsiteY2" fmla="*/ 287879 h 3094471"/>
              <a:gd name="connsiteX3" fmla="*/ 4140679 w 4140679"/>
              <a:gd name="connsiteY3" fmla="*/ 2806592 h 3094471"/>
              <a:gd name="connsiteX4" fmla="*/ 3852800 w 4140679"/>
              <a:gd name="connsiteY4" fmla="*/ 3094471 h 3094471"/>
              <a:gd name="connsiteX5" fmla="*/ 287879 w 4140679"/>
              <a:gd name="connsiteY5" fmla="*/ 3094471 h 3094471"/>
              <a:gd name="connsiteX6" fmla="*/ 0 w 4140679"/>
              <a:gd name="connsiteY6" fmla="*/ 2806592 h 3094471"/>
              <a:gd name="connsiteX7" fmla="*/ 0 w 4140679"/>
              <a:gd name="connsiteY7" fmla="*/ 287879 h 3094471"/>
              <a:gd name="connsiteX8" fmla="*/ 287879 w 4140679"/>
              <a:gd name="connsiteY8" fmla="*/ 0 h 309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0679" h="3094471">
                <a:moveTo>
                  <a:pt x="287879" y="0"/>
                </a:moveTo>
                <a:lnTo>
                  <a:pt x="3852800" y="0"/>
                </a:lnTo>
                <a:cubicBezTo>
                  <a:pt x="4011791" y="0"/>
                  <a:pt x="4140679" y="128888"/>
                  <a:pt x="4140679" y="287879"/>
                </a:cubicBezTo>
                <a:lnTo>
                  <a:pt x="4140679" y="2806592"/>
                </a:lnTo>
                <a:cubicBezTo>
                  <a:pt x="4140679" y="2965583"/>
                  <a:pt x="4011791" y="3094471"/>
                  <a:pt x="3852800" y="3094471"/>
                </a:cubicBezTo>
                <a:lnTo>
                  <a:pt x="287879" y="3094471"/>
                </a:lnTo>
                <a:cubicBezTo>
                  <a:pt x="128888" y="3094471"/>
                  <a:pt x="0" y="2965583"/>
                  <a:pt x="0" y="2806592"/>
                </a:cubicBezTo>
                <a:lnTo>
                  <a:pt x="0" y="287879"/>
                </a:lnTo>
                <a:cubicBezTo>
                  <a:pt x="0" y="128888"/>
                  <a:pt x="128888" y="0"/>
                  <a:pt x="287879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400" y="1277917"/>
            <a:ext cx="4953000" cy="42084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F63D-EE89-4C35-A0BA-A767458691E5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6697D-C012-4585-94E6-5E3B25EEDFC1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63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EBFFFF-5D16-BE62-1AAA-3F8F77B6C1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4900" y="296685"/>
            <a:ext cx="6720870" cy="6075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ACC8B6B-4D14-404A-BE1B-1F4BD960669E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75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E5DE-F913-4C3A-BEDA-F802BAA076F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09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06392"/>
            <a:ext cx="10946701" cy="4619890"/>
          </a:xfrm>
          <a:prstGeom prst="roundRect">
            <a:avLst>
              <a:gd name="adj" fmla="val 6476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26282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2"/>
            <a:ext cx="9299448" cy="370073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547CC27-8F74-4C20-9BA3-E77EDE6F6768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22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26C722-3701-B2F2-EF11-4B756E054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0344" y="4990975"/>
            <a:ext cx="10871313" cy="1239913"/>
          </a:xfrm>
          <a:prstGeom prst="roundRect">
            <a:avLst>
              <a:gd name="adj" fmla="val 2206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433" y="5233065"/>
            <a:ext cx="10111135" cy="777037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0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F64B-B8C5-4434-A0AE-8B21FAE1194C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64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8549AC-D930-32F5-F4D6-1BE34C72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90501" y="4989874"/>
            <a:ext cx="9010999" cy="1239913"/>
          </a:xfrm>
          <a:prstGeom prst="roundRect">
            <a:avLst>
              <a:gd name="adj" fmla="val 24326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2064" y="5147215"/>
            <a:ext cx="8227873" cy="912763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2300" spc="-5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9002" y="1026160"/>
            <a:ext cx="10813996" cy="3963714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31200" spc="-1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C25546-9111-46F9-BEC4-CF8FB839288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797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84" y="5144654"/>
            <a:ext cx="7280816" cy="12424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US" sz="28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4720" y="266700"/>
            <a:ext cx="11740580" cy="5349003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33000" spc="-100" baseline="0" dirty="0"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A70956-0D23-4C9E-9DCE-4DBE9483FB75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7962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98579-83EA-4D3B-95AD-E89823FCABB6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005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1638300"/>
            <a:ext cx="10652760" cy="47488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/>
            </a:lvl1pPr>
            <a:lvl2pPr marL="228600" indent="0">
              <a:lnSpc>
                <a:spcPct val="85000"/>
              </a:lnSpc>
              <a:buNone/>
              <a:defRPr sz="6000" b="0" spc="-50" baseline="0"/>
            </a:lvl2pPr>
            <a:lvl3pPr marL="457200" indent="0">
              <a:lnSpc>
                <a:spcPct val="85000"/>
              </a:lnSpc>
              <a:buNone/>
              <a:defRPr sz="5400" b="0" spc="-50" baseline="0"/>
            </a:lvl3pPr>
            <a:lvl4pPr marL="685800" indent="0">
              <a:lnSpc>
                <a:spcPct val="85000"/>
              </a:lnSpc>
              <a:buNone/>
              <a:defRPr sz="4800" b="0" spc="-50" baseline="0"/>
            </a:lvl4pPr>
            <a:lvl5pPr marL="914400" indent="0">
              <a:lnSpc>
                <a:spcPct val="85000"/>
              </a:lnSpc>
              <a:buNone/>
              <a:defRPr sz="4400" b="0" spc="-5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4DB77-2BFA-46B5-82B7-362C808A18E1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233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3" y="214840"/>
            <a:ext cx="9966323" cy="4992427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85000"/>
              </a:lnSpc>
              <a:buNone/>
              <a:defRPr sz="7200" b="0" spc="-5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76CF7-3E4D-43B7-B24E-535495E06F4A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684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8704" y="214840"/>
            <a:ext cx="10062576" cy="5040554"/>
          </a:xfrm>
        </p:spPr>
        <p:txBody>
          <a:bodyPr anchor="t">
            <a:noAutofit/>
          </a:bodyPr>
          <a:lstStyle>
            <a:lvl1pPr marL="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1pPr>
            <a:lvl2pPr marL="2286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2pPr>
            <a:lvl3pPr marL="4572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3pPr>
            <a:lvl4pPr marL="6858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4pPr>
            <a:lvl5pPr marL="914400" indent="0">
              <a:lnSpc>
                <a:spcPct val="85000"/>
              </a:lnSpc>
              <a:buNone/>
              <a:defRPr sz="7600" b="0" spc="-50" baseline="0">
                <a:solidFill>
                  <a:schemeClr val="accent1">
                    <a:lumMod val="60000"/>
                    <a:lumOff val="40000"/>
                    <a:alpha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80645F99-D57D-401F-8ACA-E1AE94CE68D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12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707BF49-7217-30B5-27A8-C28DF70EA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34062" y="1048623"/>
            <a:ext cx="6014907" cy="4932728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2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2"/>
                </a:solidFill>
              </a:defRPr>
            </a:lvl2pPr>
            <a:lvl3pPr marL="457200" indent="0">
              <a:lnSpc>
                <a:spcPct val="85000"/>
              </a:lnSpc>
              <a:buNone/>
              <a:defRPr sz="3600" b="0" spc="-50" baseline="0">
                <a:solidFill>
                  <a:schemeClr val="tx2"/>
                </a:solidFill>
              </a:defRPr>
            </a:lvl3pPr>
            <a:lvl4pPr marL="685800" indent="0">
              <a:lnSpc>
                <a:spcPct val="85000"/>
              </a:lnSpc>
              <a:buNone/>
              <a:defRPr sz="3200" b="0" spc="-50" baseline="0">
                <a:solidFill>
                  <a:schemeClr val="tx2"/>
                </a:solidFill>
              </a:defRPr>
            </a:lvl4pPr>
            <a:lvl5pPr marL="914400" indent="0">
              <a:lnSpc>
                <a:spcPct val="85000"/>
              </a:lnSpc>
              <a:buNone/>
              <a:defRPr sz="2800" b="0" spc="-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E79C4E-F74A-45C6-87ED-04BA2865126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827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5E9FA-CF9F-442A-848A-07ABC66A6457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9798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FD12FA-BFA3-C887-EBC1-ED898186C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201" y="620202"/>
            <a:ext cx="10946701" cy="5617596"/>
          </a:xfrm>
          <a:prstGeom prst="roundRect">
            <a:avLst>
              <a:gd name="adj" fmla="val 550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9571" y="4874218"/>
            <a:ext cx="8753896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19571" y="1410343"/>
            <a:ext cx="8753895" cy="3301141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88B7-2170-49B2-B455-C84FC6F30257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4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62FBA2-0B46-6A28-875D-1D493CFAC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4900" y="681175"/>
            <a:ext cx="6594684" cy="5495650"/>
          </a:xfrm>
          <a:prstGeom prst="roundRect">
            <a:avLst>
              <a:gd name="adj" fmla="val 5579"/>
            </a:avLst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7126" y="5053386"/>
            <a:ext cx="5337341" cy="829328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74790" y="1078029"/>
            <a:ext cx="5337340" cy="3603028"/>
          </a:xfrm>
        </p:spPr>
        <p:txBody>
          <a:bodyPr anchor="t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6CCD-C5F7-44F6-827B-9B8E203CF82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7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F9171-FD47-8BB5-3DF9-885F03500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0801" y="1175284"/>
            <a:ext cx="8430399" cy="4507431"/>
          </a:xfrm>
          <a:prstGeom prst="roundRect">
            <a:avLst>
              <a:gd name="adj" fmla="val 10241"/>
            </a:avLst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727007"/>
            <a:ext cx="7179129" cy="693019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6" y="1638300"/>
            <a:ext cx="7179129" cy="297220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5030F54-0399-4934-B868-E8FC64D9A954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88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509A19-2BCA-5719-B875-5ED135FBF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0" y="1088757"/>
            <a:ext cx="9484963" cy="4680487"/>
          </a:xfrm>
          <a:prstGeom prst="roundRect">
            <a:avLst>
              <a:gd name="adj" fmla="val 6755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022" y="4652721"/>
            <a:ext cx="8105614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600" b="0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6398" y="1638300"/>
            <a:ext cx="8105614" cy="2898186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172236-98CF-436D-B8AF-73607FC6BF53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90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" y="1645920"/>
            <a:ext cx="5416759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8400" y="1645920"/>
            <a:ext cx="5261184" cy="4725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37BC-DDFE-4D1C-BDD2-52C7FB3ECD39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779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631" y="1649451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1649451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5BC1D-3E76-4118-8920-6317D3436792}" type="datetime1">
              <a:rPr lang="en-US" smtClean="0"/>
              <a:t>9/26/2026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31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F7D49-4414-4256-B79A-8D96ACFD3811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1150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E7382-D66A-40DB-8430-CAFED7B7C9C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751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4900" y="218114"/>
            <a:ext cx="6688836" cy="608806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5BBA-60FA-4DAB-A831-863E6E8AF120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08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6337" cy="262824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5" y="2847706"/>
            <a:ext cx="3180512" cy="342411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016929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10493" y="6387128"/>
            <a:ext cx="917224" cy="338328"/>
          </a:xfrm>
        </p:spPr>
        <p:txBody>
          <a:bodyPr/>
          <a:lstStyle/>
          <a:p>
            <a:fld id="{9CDC5685-46E5-4EB6-A0D2-BE941206E942}" type="datetime1">
              <a:rPr lang="en-US" smtClean="0"/>
              <a:t>9/26/2026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27717" y="6387128"/>
            <a:ext cx="457200" cy="338328"/>
          </a:xfrm>
        </p:spPr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3962400" y="266700"/>
            <a:ext cx="7962900" cy="6324600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46856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ABF0-1BC4-4279-88D7-50351FF4062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3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004D2-9B2F-4359-916B-20A0B00A86CD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5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E944D186-B182-4225-9B0C-34FAE328E380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C8116806-1FD2-4A57-B5EA-7014AB7638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60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2" r:id="rId2"/>
    <p:sldLayoutId id="2147483661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8C7F9-4E67-AE1E-C637-31B2AFEB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3A04-EE14-805E-58BD-2EB4D90DB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2" y="152400"/>
            <a:ext cx="9002895" cy="1981984"/>
          </a:xfrm>
        </p:spPr>
        <p:txBody>
          <a:bodyPr anchor="b">
            <a:normAutofit/>
          </a:bodyPr>
          <a:lstStyle/>
          <a:p>
            <a:r>
              <a:rPr lang="en-US" dirty="0"/>
              <a:t>Smart Stunting Care 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7A216-95F8-DD96-8E9B-682221158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228197"/>
              </p:ext>
            </p:extLst>
          </p:nvPr>
        </p:nvGraphicFramePr>
        <p:xfrm>
          <a:off x="320654" y="3771901"/>
          <a:ext cx="7010400" cy="129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4429228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6204246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CANDRA ZONYFAR, Ph.D. (PI)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Univ. Buana </a:t>
                      </a:r>
                      <a:r>
                        <a:rPr lang="en-US" sz="1100" dirty="0" err="1"/>
                        <a:t>Perjuangan</a:t>
                      </a:r>
                      <a:r>
                        <a:rPr lang="en-US" sz="1100" dirty="0"/>
                        <a:t> Karawang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86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Dr. SINTA MARIA DEWI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Univ. Buana </a:t>
                      </a:r>
                      <a:r>
                        <a:rPr lang="en-US" sz="1100" dirty="0" err="1"/>
                        <a:t>Perjuangan</a:t>
                      </a:r>
                      <a:r>
                        <a:rPr lang="en-US" sz="1100" dirty="0"/>
                        <a:t> Karawang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38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Dr. OMAN KOMARUDIN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Univ. </a:t>
                      </a:r>
                      <a:r>
                        <a:rPr lang="en-US" sz="1100" dirty="0" err="1"/>
                        <a:t>Singaperbangsa</a:t>
                      </a:r>
                      <a:r>
                        <a:rPr lang="en-US" sz="1100" dirty="0"/>
                        <a:t> Karawang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8216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SYNTIA WIDYAYUNINGTIAS PUTRI LISTIO, </a:t>
                      </a:r>
                      <a:r>
                        <a:rPr lang="en-US" sz="1100" dirty="0" err="1"/>
                        <a:t>M.Sc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Univ. Bhinneka Nusantara Malang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4348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AHMAD KHUSAERI, </a:t>
                      </a:r>
                      <a:r>
                        <a:rPr lang="en-US" sz="1100" dirty="0" err="1"/>
                        <a:t>M.Kom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Univ. </a:t>
                      </a:r>
                      <a:r>
                        <a:rPr lang="en-US" sz="1100" dirty="0" err="1"/>
                        <a:t>Singaperbangsa</a:t>
                      </a:r>
                      <a:r>
                        <a:rPr lang="en-US" sz="1100" dirty="0"/>
                        <a:t> Karawang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75706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8789D7-7782-FE99-D91E-6B8711A3A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228192"/>
              </p:ext>
            </p:extLst>
          </p:nvPr>
        </p:nvGraphicFramePr>
        <p:xfrm>
          <a:off x="325768" y="5334000"/>
          <a:ext cx="533400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944292289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16204246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err="1"/>
                        <a:t>Haerul</a:t>
                      </a:r>
                      <a:r>
                        <a:rPr lang="en-US" sz="1000" dirty="0"/>
                        <a:t> Yuda Aditiya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Univ. Buana </a:t>
                      </a:r>
                      <a:r>
                        <a:rPr lang="en-US" sz="1000" dirty="0" err="1"/>
                        <a:t>Perjuangan</a:t>
                      </a:r>
                      <a:r>
                        <a:rPr lang="en-US" sz="1000" dirty="0"/>
                        <a:t> Karawang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86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Muhammad Jibrail </a:t>
                      </a:r>
                      <a:r>
                        <a:rPr lang="en-US" sz="1000" dirty="0" err="1"/>
                        <a:t>Natadilaga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Univ. Buana </a:t>
                      </a:r>
                      <a:r>
                        <a:rPr lang="en-US" sz="1000" dirty="0" err="1"/>
                        <a:t>Perjuangan</a:t>
                      </a:r>
                      <a:r>
                        <a:rPr lang="en-US" sz="1000" dirty="0"/>
                        <a:t> Karawang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323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Teuku Raka Pratama Putra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Univ. </a:t>
                      </a:r>
                      <a:r>
                        <a:rPr lang="en-US" sz="1000" dirty="0" err="1"/>
                        <a:t>Singaperbangsa</a:t>
                      </a:r>
                      <a:r>
                        <a:rPr lang="en-US" sz="1000" dirty="0"/>
                        <a:t> Karawang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82162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Maulana Rafi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Univ. </a:t>
                      </a:r>
                      <a:r>
                        <a:rPr lang="en-US" sz="1000" dirty="0" err="1"/>
                        <a:t>Singaperbangsa</a:t>
                      </a:r>
                      <a:r>
                        <a:rPr lang="en-US" sz="1000" dirty="0"/>
                        <a:t> Karawang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43485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Karenina Deka </a:t>
                      </a:r>
                      <a:r>
                        <a:rPr lang="en-US" sz="1000" dirty="0" err="1"/>
                        <a:t>Putriyani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Univ. </a:t>
                      </a:r>
                      <a:r>
                        <a:rPr lang="en-US" sz="1000" dirty="0" err="1"/>
                        <a:t>Mercu</a:t>
                      </a:r>
                      <a:r>
                        <a:rPr lang="en-US" sz="1000" dirty="0"/>
                        <a:t> Buana Yogyakarta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75706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32AB58-1CEA-F098-1F91-4F5AC7FBC77D}"/>
              </a:ext>
            </a:extLst>
          </p:cNvPr>
          <p:cNvSpPr txBox="1"/>
          <p:nvPr/>
        </p:nvSpPr>
        <p:spPr>
          <a:xfrm>
            <a:off x="609600" y="2669055"/>
            <a:ext cx="4204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Penelitian</a:t>
            </a:r>
            <a:r>
              <a:rPr lang="en-US" dirty="0"/>
              <a:t> </a:t>
            </a:r>
            <a:r>
              <a:rPr lang="en-US" dirty="0" err="1"/>
              <a:t>Terapan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2026-2027</a:t>
            </a:r>
          </a:p>
          <a:p>
            <a:r>
              <a:rPr lang="en-US" dirty="0" err="1"/>
              <a:t>Didanai</a:t>
            </a:r>
            <a:r>
              <a:rPr lang="en-US" dirty="0"/>
              <a:t> Rp. 333.050.000</a:t>
            </a:r>
          </a:p>
        </p:txBody>
      </p:sp>
    </p:spTree>
    <p:extLst>
      <p:ext uri="{BB962C8B-B14F-4D97-AF65-F5344CB8AC3E}">
        <p14:creationId xmlns:p14="http://schemas.microsoft.com/office/powerpoint/2010/main" val="193467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D4FD-B2CC-2DF5-D3EE-3992FC5A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</p:spPr>
        <p:txBody>
          <a:bodyPr anchor="t">
            <a:normAutofit/>
          </a:bodyPr>
          <a:lstStyle/>
          <a:p>
            <a:r>
              <a:rPr lang="en-US" dirty="0"/>
              <a:t>Daftar </a:t>
            </a:r>
            <a:r>
              <a:rPr lang="en-US" dirty="0" err="1"/>
              <a:t>isi</a:t>
            </a:r>
            <a:endParaRPr lang="en-US" dirty="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B6ADA917-CFD7-6440-DBB6-841B15566D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474909"/>
              </p:ext>
            </p:extLst>
          </p:nvPr>
        </p:nvGraphicFramePr>
        <p:xfrm>
          <a:off x="182880" y="1183206"/>
          <a:ext cx="10835640" cy="508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9743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57499-C44C-8D15-B51F-AF589BA3C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dirty="0"/>
              <a:t>Latar </a:t>
            </a:r>
            <a:r>
              <a:rPr lang="en-US" dirty="0" err="1"/>
              <a:t>Belakang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60E6D-42D8-5BD2-5289-14B71DD07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23513"/>
            <a:ext cx="5322570" cy="2608058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28FBBF-462B-2660-FF22-991A3887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704" y="1183206"/>
            <a:ext cx="5025062" cy="50886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73190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AFC7-0E6A-E6A6-3B3A-89E2763B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</a:t>
            </a:r>
            <a:r>
              <a:rPr lang="en-US" dirty="0" err="1"/>
              <a:t>Pelaksanaan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3C285-1F1F-F5EE-277F-EE5014E9E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902661"/>
            <a:ext cx="5936368" cy="50526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7C2D75-2023-7E07-9818-6FD49C66A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43000"/>
            <a:ext cx="4258597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50A6C6-EE24-5373-61DC-68430AF9E860}"/>
              </a:ext>
            </a:extLst>
          </p:cNvPr>
          <p:cNvSpPr txBox="1"/>
          <p:nvPr/>
        </p:nvSpPr>
        <p:spPr>
          <a:xfrm>
            <a:off x="1377558" y="742950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Proposal/</a:t>
            </a:r>
            <a:r>
              <a:rPr lang="en-US" dirty="0" err="1"/>
              <a:t>rencana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A9F809-9579-15A7-271B-A65B8C5BB8C5}"/>
              </a:ext>
            </a:extLst>
          </p:cNvPr>
          <p:cNvSpPr txBox="1"/>
          <p:nvPr/>
        </p:nvSpPr>
        <p:spPr>
          <a:xfrm>
            <a:off x="7391400" y="388331"/>
            <a:ext cx="1547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Pelaksanaan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9E67A-99EA-6AD1-B7EE-83139C55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CFEC-6B18-9984-EC57-FC4100485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Alur </a:t>
            </a:r>
            <a:r>
              <a:rPr lang="en-US" dirty="0" err="1"/>
              <a:t>Penelitian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9433F-825F-2E1B-4C9C-0E8AA0996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62000"/>
            <a:ext cx="3850589" cy="548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B54397-A490-4FE7-CF01-4622DAC66939}"/>
              </a:ext>
            </a:extLst>
          </p:cNvPr>
          <p:cNvSpPr txBox="1"/>
          <p:nvPr/>
        </p:nvSpPr>
        <p:spPr>
          <a:xfrm>
            <a:off x="1752600" y="1981200"/>
            <a:ext cx="1252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Prototype</a:t>
            </a:r>
          </a:p>
          <a:p>
            <a:r>
              <a:rPr lang="en-US" dirty="0" err="1"/>
              <a:t>Sw</a:t>
            </a:r>
            <a:endParaRPr lang="en-US" dirty="0"/>
          </a:p>
          <a:p>
            <a:r>
              <a:rPr lang="en-US" dirty="0" err="1"/>
              <a:t>Hw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58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F7AA-36D8-37AD-2AF2-EFCEC944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State-of-the-art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CF2BA6-5C64-2B60-C37B-3218EBF9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1" y="1320691"/>
            <a:ext cx="5718296" cy="509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24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A99A1-6428-5244-41ED-8CD4A986A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kern="1200" spc="-100" baseline="0">
                <a:latin typeface="+mj-lt"/>
                <a:ea typeface="+mj-ea"/>
                <a:cs typeface="+mj-cs"/>
              </a:rPr>
              <a:t>Luaran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7A1533C-7415-2BA9-F967-1C807011C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02255"/>
              </p:ext>
            </p:extLst>
          </p:nvPr>
        </p:nvGraphicFramePr>
        <p:xfrm>
          <a:off x="3972674" y="266700"/>
          <a:ext cx="7688495" cy="6047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5955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81D7E-1AB7-4F33-3D08-C045BAD5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910639A-24F1-B6BF-5068-3B923EC7D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5158596"/>
            <a:ext cx="4207160" cy="1216328"/>
          </a:xfrm>
        </p:spPr>
        <p:txBody>
          <a:bodyPr/>
          <a:lstStyle/>
          <a:p>
            <a:r>
              <a:rPr lang="en-US" dirty="0" err="1"/>
              <a:t>Luaran</a:t>
            </a:r>
            <a:r>
              <a:rPr lang="en-US" dirty="0"/>
              <a:t> : Prototype </a:t>
            </a:r>
            <a:br>
              <a:rPr lang="en-US" dirty="0"/>
            </a:br>
            <a:r>
              <a:rPr lang="en-US" dirty="0"/>
              <a:t>v1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5195F-1089-D429-94A1-B3B4ABF98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4" r="2" b="2"/>
          <a:stretch>
            <a:fillRect/>
          </a:stretch>
        </p:blipFill>
        <p:spPr>
          <a:xfrm>
            <a:off x="271305" y="265176"/>
            <a:ext cx="4118735" cy="4577087"/>
          </a:xfrm>
          <a:custGeom>
            <a:avLst/>
            <a:gdLst>
              <a:gd name="connsiteX0" fmla="*/ 302192 w 4118735"/>
              <a:gd name="connsiteY0" fmla="*/ 0 h 4577087"/>
              <a:gd name="connsiteX1" fmla="*/ 3816543 w 4118735"/>
              <a:gd name="connsiteY1" fmla="*/ 0 h 4577087"/>
              <a:gd name="connsiteX2" fmla="*/ 4118735 w 4118735"/>
              <a:gd name="connsiteY2" fmla="*/ 302192 h 4577087"/>
              <a:gd name="connsiteX3" fmla="*/ 4118735 w 4118735"/>
              <a:gd name="connsiteY3" fmla="*/ 4274895 h 4577087"/>
              <a:gd name="connsiteX4" fmla="*/ 3816543 w 4118735"/>
              <a:gd name="connsiteY4" fmla="*/ 4577087 h 4577087"/>
              <a:gd name="connsiteX5" fmla="*/ 302192 w 4118735"/>
              <a:gd name="connsiteY5" fmla="*/ 4577087 h 4577087"/>
              <a:gd name="connsiteX6" fmla="*/ 0 w 4118735"/>
              <a:gd name="connsiteY6" fmla="*/ 4274895 h 4577087"/>
              <a:gd name="connsiteX7" fmla="*/ 0 w 4118735"/>
              <a:gd name="connsiteY7" fmla="*/ 302192 h 4577087"/>
              <a:gd name="connsiteX8" fmla="*/ 302192 w 4118735"/>
              <a:gd name="connsiteY8" fmla="*/ 0 h 4577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18735" h="4577087">
                <a:moveTo>
                  <a:pt x="302192" y="0"/>
                </a:moveTo>
                <a:lnTo>
                  <a:pt x="3816543" y="0"/>
                </a:lnTo>
                <a:cubicBezTo>
                  <a:pt x="3983439" y="0"/>
                  <a:pt x="4118735" y="135296"/>
                  <a:pt x="4118735" y="302192"/>
                </a:cubicBezTo>
                <a:lnTo>
                  <a:pt x="4118735" y="4274895"/>
                </a:lnTo>
                <a:cubicBezTo>
                  <a:pt x="4118735" y="4441791"/>
                  <a:pt x="3983439" y="4577087"/>
                  <a:pt x="3816543" y="4577087"/>
                </a:cubicBezTo>
                <a:lnTo>
                  <a:pt x="302192" y="4577087"/>
                </a:lnTo>
                <a:cubicBezTo>
                  <a:pt x="135296" y="4577087"/>
                  <a:pt x="0" y="4441791"/>
                  <a:pt x="0" y="4274895"/>
                </a:cubicBezTo>
                <a:lnTo>
                  <a:pt x="0" y="302192"/>
                </a:lnTo>
                <a:cubicBezTo>
                  <a:pt x="0" y="135296"/>
                  <a:pt x="135296" y="0"/>
                  <a:pt x="302192" y="0"/>
                </a:cubicBezTo>
                <a:close/>
              </a:path>
            </a:pathLst>
          </a:custGeom>
          <a:noFill/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60A2478-1C6E-26A7-0041-74AF57048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96" r="-1" b="-1"/>
          <a:stretch>
            <a:fillRect/>
          </a:stretch>
        </p:blipFill>
        <p:spPr>
          <a:xfrm>
            <a:off x="4914900" y="296685"/>
            <a:ext cx="6720870" cy="6075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02982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67D1A59-4006-4001-0828-B7FFC67F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/>
          <a:lstStyle/>
          <a:p>
            <a:r>
              <a:rPr lang="en-US" dirty="0" err="1"/>
              <a:t>Luaran</a:t>
            </a:r>
            <a:r>
              <a:rPr lang="en-US" dirty="0"/>
              <a:t> : Prototype v2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C399B-AA7C-1FF3-63FD-C136DE3CF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" t="27985" r="2294" b="20893"/>
          <a:stretch>
            <a:fillRect/>
          </a:stretch>
        </p:blipFill>
        <p:spPr>
          <a:xfrm>
            <a:off x="185854" y="2133600"/>
            <a:ext cx="3234982" cy="2286001"/>
          </a:xfrm>
          <a:prstGeom prst="rect">
            <a:avLst/>
          </a:prstGeom>
          <a:noFill/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593BDD-999B-1DF0-7CB8-63BB8C9CAE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8" r="15175"/>
          <a:stretch>
            <a:fillRect/>
          </a:stretch>
        </p:blipFill>
        <p:spPr>
          <a:xfrm>
            <a:off x="3965783" y="265176"/>
            <a:ext cx="7959517" cy="6327648"/>
          </a:xfrm>
          <a:prstGeom prst="rect">
            <a:avLst/>
          </a:prstGeom>
          <a:noFill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D3E9B3-A81F-6B5E-499D-443B12346F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78" b="21111"/>
          <a:stretch>
            <a:fillRect/>
          </a:stretch>
        </p:blipFill>
        <p:spPr>
          <a:xfrm>
            <a:off x="185854" y="4495800"/>
            <a:ext cx="3234982" cy="220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19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D64D-B721-94E9-2C2F-72157FC04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Luaran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Kekayaan</a:t>
            </a:r>
            <a:r>
              <a:rPr lang="en-US" dirty="0"/>
              <a:t> </a:t>
            </a:r>
            <a:r>
              <a:rPr lang="en-US" dirty="0" err="1"/>
              <a:t>Intelektual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AC575C-CEC5-7EF6-4DAC-ADDDF3CCC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04800"/>
            <a:ext cx="5067061" cy="60404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7534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84D9D-1B98-072C-C143-097325B3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/>
          <a:p>
            <a:r>
              <a:rPr lang="en-US" dirty="0" err="1"/>
              <a:t>Luaran</a:t>
            </a:r>
            <a:r>
              <a:rPr lang="en-US" dirty="0"/>
              <a:t> : Artikel </a:t>
            </a:r>
            <a:r>
              <a:rPr lang="en-US" dirty="0" err="1"/>
              <a:t>Ilmiah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BF621-9759-9466-48A9-83CFCDBF7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Telah </a:t>
            </a:r>
            <a:r>
              <a:rPr lang="en-US" dirty="0" err="1"/>
              <a:t>disubmit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jurnal</a:t>
            </a:r>
            <a:r>
              <a:rPr lang="en-US" dirty="0"/>
              <a:t>  Technologies (MDPI)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Telah </a:t>
            </a:r>
            <a:r>
              <a:rPr lang="en-US" dirty="0" err="1"/>
              <a:t>disubmit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Conference Internasional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Tahap</a:t>
            </a:r>
            <a:r>
              <a:rPr lang="en-US" dirty="0"/>
              <a:t> </a:t>
            </a:r>
            <a:r>
              <a:rPr lang="en-US" dirty="0" err="1"/>
              <a:t>Penyusunan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A608A3-A4B2-8C68-2BD4-460ED8AEA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86182"/>
            <a:ext cx="7634868" cy="407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67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1A3C4-B713-5A7C-FC2C-88EB699EA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/>
          <a:p>
            <a:r>
              <a:rPr lang="en-US" dirty="0"/>
              <a:t>Artikel </a:t>
            </a:r>
            <a:r>
              <a:rPr lang="en-US" dirty="0" err="1"/>
              <a:t>Ilmiah</a:t>
            </a:r>
            <a:r>
              <a:rPr lang="en-US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C8520-F739-0950-D20F-3859725F6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8704" y="2563586"/>
            <a:ext cx="3363393" cy="3708232"/>
          </a:xfrm>
        </p:spPr>
        <p:txBody>
          <a:bodyPr anchor="b">
            <a:normAutofit/>
          </a:bodyPr>
          <a:lstStyle/>
          <a:p>
            <a:r>
              <a:rPr lang="en-US" dirty="0" err="1"/>
              <a:t>Judul</a:t>
            </a:r>
            <a:r>
              <a:rPr lang="en-US" dirty="0"/>
              <a:t>: Toward Practical Child Stunting Screening: A PSO-Optimized SVM Framework for Anthropometric and Image Data</a:t>
            </a:r>
          </a:p>
          <a:p>
            <a:r>
              <a:rPr lang="en-US" dirty="0"/>
              <a:t>Status: Review (Round 1)</a:t>
            </a:r>
          </a:p>
          <a:p>
            <a:r>
              <a:rPr lang="en-US" dirty="0" err="1"/>
              <a:t>Jurna</a:t>
            </a:r>
            <a:r>
              <a:rPr lang="en-US" dirty="0"/>
              <a:t>/</a:t>
            </a:r>
            <a:r>
              <a:rPr lang="en-US" dirty="0" err="1"/>
              <a:t>Penerbit</a:t>
            </a:r>
            <a:r>
              <a:rPr lang="en-US" dirty="0"/>
              <a:t>: Technologies (MDPI)</a:t>
            </a:r>
          </a:p>
          <a:p>
            <a:r>
              <a:rPr lang="en-US" dirty="0"/>
              <a:t>Index: Scopus (Q1)</a:t>
            </a:r>
          </a:p>
          <a:p>
            <a:r>
              <a:rPr lang="en-US" dirty="0"/>
              <a:t>Artikel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terlampir</a:t>
            </a:r>
            <a:r>
              <a:rPr lang="en-US" dirty="0"/>
              <a:t> di </a:t>
            </a:r>
            <a:r>
              <a:rPr lang="en-US" dirty="0" err="1"/>
              <a:t>Catatan</a:t>
            </a:r>
            <a:r>
              <a:rPr lang="en-US" dirty="0"/>
              <a:t> Harian di BIMA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E1C81-1842-51D8-7B60-EEC5A58C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1" r="6399"/>
          <a:stretch>
            <a:fillRect/>
          </a:stretch>
        </p:blipFill>
        <p:spPr>
          <a:xfrm>
            <a:off x="4419600" y="635369"/>
            <a:ext cx="7315200" cy="4572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B05935-02CB-9A76-3EE4-2777A72EE8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49" t="2841"/>
          <a:stretch>
            <a:fillRect/>
          </a:stretch>
        </p:blipFill>
        <p:spPr>
          <a:xfrm>
            <a:off x="228600" y="1897986"/>
            <a:ext cx="1296085" cy="1290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CF3BD7-FA75-D27B-5CC5-DF6D315D5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804" y="5486400"/>
            <a:ext cx="8287031" cy="106836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63264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2E93-F4FC-CEA2-18B5-0D065881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</p:spPr>
        <p:txBody>
          <a:bodyPr anchor="ctr">
            <a:normAutofit/>
          </a:bodyPr>
          <a:lstStyle/>
          <a:p>
            <a:r>
              <a:rPr lang="en-US" dirty="0"/>
              <a:t>Artikel </a:t>
            </a:r>
            <a:r>
              <a:rPr lang="en-US" dirty="0" err="1"/>
              <a:t>Ilmiah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B42ED-16AA-601A-9B7E-9FAF7855A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5322570" cy="5088672"/>
          </a:xfrm>
        </p:spPr>
        <p:txBody>
          <a:bodyPr>
            <a:normAutofit/>
          </a:bodyPr>
          <a:lstStyle/>
          <a:p>
            <a:r>
              <a:rPr lang="en-US" dirty="0" err="1"/>
              <a:t>Judul</a:t>
            </a:r>
            <a:r>
              <a:rPr lang="en-US" dirty="0"/>
              <a:t>: Interpretable Machine Learning for Child Stunting </a:t>
            </a:r>
            <a:r>
              <a:rPr lang="en-US" dirty="0" err="1"/>
              <a:t>Assesment</a:t>
            </a:r>
            <a:endParaRPr lang="en-US" dirty="0"/>
          </a:p>
          <a:p>
            <a:r>
              <a:rPr lang="en-US" dirty="0"/>
              <a:t>Status: </a:t>
            </a:r>
            <a:r>
              <a:rPr lang="en-US" b="1" dirty="0"/>
              <a:t>Submitted</a:t>
            </a:r>
          </a:p>
          <a:p>
            <a:r>
              <a:rPr lang="en-US" dirty="0"/>
              <a:t>Conference: 2026 International Conference on Data Engineering and Enterprise System (ICDEES)</a:t>
            </a:r>
          </a:p>
          <a:p>
            <a:r>
              <a:rPr lang="en-US" dirty="0"/>
              <a:t>Artikel </a:t>
            </a:r>
            <a:r>
              <a:rPr lang="en-US" dirty="0" err="1"/>
              <a:t>lengkap</a:t>
            </a:r>
            <a:r>
              <a:rPr lang="en-US" dirty="0"/>
              <a:t> </a:t>
            </a:r>
            <a:r>
              <a:rPr lang="en-US" dirty="0" err="1"/>
              <a:t>terlampir</a:t>
            </a:r>
            <a:r>
              <a:rPr lang="en-US" dirty="0"/>
              <a:t> di </a:t>
            </a:r>
            <a:r>
              <a:rPr lang="en-US" dirty="0" err="1"/>
              <a:t>Catatan</a:t>
            </a:r>
            <a:r>
              <a:rPr lang="en-US" dirty="0"/>
              <a:t> Harian di BIMA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B37996-6B2C-F71A-AF05-A673937FE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609600"/>
            <a:ext cx="5322570" cy="2967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5A7F92-1FBE-2ED7-9755-48AA193E0C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6" t="2471" r="7955" b="20943"/>
          <a:stretch>
            <a:fillRect/>
          </a:stretch>
        </p:blipFill>
        <p:spPr>
          <a:xfrm>
            <a:off x="5600700" y="3810000"/>
            <a:ext cx="6096000" cy="2362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3477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1E657-FB64-D7F2-75C3-F2C80A39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Artikel </a:t>
            </a:r>
            <a:r>
              <a:rPr lang="en-US" dirty="0" err="1"/>
              <a:t>Ilmiah</a:t>
            </a:r>
            <a:r>
              <a:rPr lang="en-US" dirty="0"/>
              <a:t>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894AE-84A2-3768-35C7-7BEA2DE2CA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Tipe</a:t>
            </a:r>
            <a:r>
              <a:rPr lang="en-US" dirty="0"/>
              <a:t> Artikel : Survey Paper</a:t>
            </a:r>
          </a:p>
          <a:p>
            <a:r>
              <a:rPr lang="en-US" dirty="0"/>
              <a:t>Status : 80%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C91EF-6D90-FB54-2170-AC9D30D8A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704088"/>
            <a:ext cx="8218476" cy="529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02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8D9C-B66D-32D7-7025-C7E2F7B3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Realisasi</a:t>
            </a:r>
            <a:r>
              <a:rPr lang="en-US" dirty="0"/>
              <a:t> </a:t>
            </a:r>
            <a:r>
              <a:rPr lang="en-US" dirty="0" err="1"/>
              <a:t>keterlibatan</a:t>
            </a:r>
            <a:r>
              <a:rPr lang="en-US" dirty="0"/>
              <a:t>/ </a:t>
            </a:r>
            <a:r>
              <a:rPr lang="en-US" dirty="0" err="1"/>
              <a:t>kontribusi</a:t>
            </a:r>
            <a:r>
              <a:rPr lang="en-US" dirty="0"/>
              <a:t> </a:t>
            </a:r>
            <a:r>
              <a:rPr lang="en-US" dirty="0" err="1"/>
              <a:t>mitra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944E1-D0D0-C168-9E6C-1DC7039D7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183206"/>
            <a:ext cx="10835640" cy="20933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/>
              <a:t>Dukungan</a:t>
            </a:r>
            <a:r>
              <a:rPr lang="en-US" sz="2400" dirty="0"/>
              <a:t> </a:t>
            </a:r>
            <a:r>
              <a:rPr lang="en-US" sz="2400" dirty="0" err="1"/>
              <a:t>mitra</a:t>
            </a:r>
            <a:r>
              <a:rPr lang="en-US" sz="2400" dirty="0"/>
              <a:t> </a:t>
            </a:r>
            <a:r>
              <a:rPr lang="en-US" sz="2400" dirty="0" err="1"/>
              <a:t>meliputi</a:t>
            </a:r>
            <a:r>
              <a:rPr lang="en-US" sz="2400" dirty="0"/>
              <a:t>: </a:t>
            </a:r>
            <a:r>
              <a:rPr lang="en-US" sz="2400" dirty="0" err="1"/>
              <a:t>dokter</a:t>
            </a:r>
            <a:r>
              <a:rPr lang="en-US" sz="2400" dirty="0"/>
              <a:t> </a:t>
            </a:r>
            <a:r>
              <a:rPr lang="en-US" sz="2400" dirty="0" err="1"/>
              <a:t>spesialis</a:t>
            </a:r>
            <a:r>
              <a:rPr lang="en-US" sz="2400" dirty="0"/>
              <a:t> </a:t>
            </a:r>
            <a:r>
              <a:rPr lang="en-US" sz="2400" dirty="0" err="1"/>
              <a:t>gizi</a:t>
            </a:r>
            <a:r>
              <a:rPr lang="en-US" sz="2400" dirty="0"/>
              <a:t> (</a:t>
            </a:r>
            <a:r>
              <a:rPr lang="en-US" sz="2400" dirty="0" err="1"/>
              <a:t>fakultas</a:t>
            </a:r>
            <a:r>
              <a:rPr lang="en-US" sz="2400" dirty="0"/>
              <a:t> </a:t>
            </a:r>
            <a:r>
              <a:rPr lang="en-US" sz="2400" dirty="0" err="1"/>
              <a:t>kesehatan</a:t>
            </a:r>
            <a:r>
              <a:rPr lang="en-US" sz="2400" dirty="0"/>
              <a:t> dan </a:t>
            </a:r>
            <a:r>
              <a:rPr lang="en-US" sz="2400" dirty="0" err="1"/>
              <a:t>gizi</a:t>
            </a:r>
            <a:r>
              <a:rPr lang="en-US" sz="2400" dirty="0"/>
              <a:t> universitas </a:t>
            </a:r>
            <a:r>
              <a:rPr lang="en-US" sz="2400" dirty="0" err="1"/>
              <a:t>syiah</a:t>
            </a:r>
            <a:r>
              <a:rPr lang="en-US" sz="2400" dirty="0"/>
              <a:t> </a:t>
            </a:r>
            <a:r>
              <a:rPr lang="en-US" sz="2400" dirty="0" err="1"/>
              <a:t>kuala</a:t>
            </a:r>
            <a:r>
              <a:rPr lang="en-US" sz="2400" dirty="0"/>
              <a:t>)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bagian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tahap</a:t>
            </a:r>
            <a:r>
              <a:rPr lang="en-US" sz="2400" dirty="0"/>
              <a:t> </a:t>
            </a:r>
            <a:r>
              <a:rPr lang="en-US" sz="2400" dirty="0" err="1"/>
              <a:t>akhir</a:t>
            </a:r>
            <a:r>
              <a:rPr lang="en-US" sz="2400" dirty="0"/>
              <a:t> pipeline </a:t>
            </a:r>
            <a:r>
              <a:rPr lang="en-US" sz="2400" dirty="0" err="1"/>
              <a:t>penelitian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. </a:t>
            </a:r>
            <a:r>
              <a:rPr lang="en-US" sz="2400" dirty="0" err="1"/>
              <a:t>Bertindak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pakar</a:t>
            </a:r>
            <a:r>
              <a:rPr lang="en-US" sz="2400" dirty="0"/>
              <a:t> yang </a:t>
            </a:r>
            <a:r>
              <a:rPr lang="en-US" sz="2400" dirty="0" err="1"/>
              <a:t>memvalidasi</a:t>
            </a:r>
            <a:r>
              <a:rPr lang="en-US" sz="2400" dirty="0"/>
              <a:t> data dan </a:t>
            </a:r>
            <a:r>
              <a:rPr lang="en-US" sz="2400" dirty="0" err="1"/>
              <a:t>memvalidasi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penelitian</a:t>
            </a:r>
            <a:r>
              <a:rPr lang="en-US" sz="2400" dirty="0"/>
              <a:t> dan </a:t>
            </a:r>
            <a:r>
              <a:rPr lang="en-US" sz="2400" dirty="0" err="1"/>
              <a:t>purwarupa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dirty="0"/>
              <a:t>Dr. </a:t>
            </a:r>
            <a:r>
              <a:rPr lang="en-US" sz="2400" dirty="0" err="1"/>
              <a:t>Iflan</a:t>
            </a:r>
            <a:r>
              <a:rPr lang="en-US" sz="2400" dirty="0"/>
              <a:t> </a:t>
            </a:r>
            <a:r>
              <a:rPr lang="en-US" sz="2400" dirty="0" err="1"/>
              <a:t>naufal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9381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25EDA-5F39-16A7-1BB3-8A2C681BA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/>
          <a:p>
            <a:r>
              <a:rPr lang="en-US" dirty="0" err="1"/>
              <a:t>Penyerapan</a:t>
            </a:r>
            <a:r>
              <a:rPr lang="en-US" dirty="0"/>
              <a:t> </a:t>
            </a:r>
            <a:r>
              <a:rPr lang="en-US" dirty="0" err="1"/>
              <a:t>Anggaran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5E848-17FE-E253-B74E-AF566A43E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154" y="266700"/>
            <a:ext cx="6951535" cy="6047836"/>
          </a:xfrm>
          <a:prstGeom prst="rect">
            <a:avLst/>
          </a:prstGeom>
          <a:noFill/>
        </p:spPr>
      </p:pic>
      <p:pic>
        <p:nvPicPr>
          <p:cNvPr id="7" name="Picture 6" descr="QR code will be available at the link">
            <a:extLst>
              <a:ext uri="{FF2B5EF4-FFF2-40B4-BE49-F238E27FC236}">
                <a16:creationId xmlns:a16="http://schemas.microsoft.com/office/drawing/2014/main" id="{2139E50B-7B88-1577-6219-F0C3569BC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77" y="4495800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33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FD354-3F7F-562A-69DD-28E32CF55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704" y="218113"/>
            <a:ext cx="3363393" cy="2345471"/>
          </a:xfrm>
        </p:spPr>
        <p:txBody>
          <a:bodyPr anchor="t">
            <a:normAutofit/>
          </a:bodyPr>
          <a:lstStyle/>
          <a:p>
            <a:r>
              <a:rPr lang="en-US" dirty="0"/>
              <a:t>Kesimpulan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01690E-D855-08AC-CFD9-1E2242E5A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1322504"/>
              </p:ext>
            </p:extLst>
          </p:nvPr>
        </p:nvGraphicFramePr>
        <p:xfrm>
          <a:off x="4914900" y="218114"/>
          <a:ext cx="6688836" cy="6088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950786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 1_74809995-9e66-46d0-afc4-980286e0ea62_win32 v2" id="{D14C1B8C-1E01-4970-914C-FBE6C81B2B2F}" vid="{E904FACB-7F70-4943-BE93-3732097E46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DAE3CD2DEB7854CA7566AB3F5DFCCC2" ma:contentTypeVersion="6" ma:contentTypeDescription="새 문서를 만듭니다." ma:contentTypeScope="" ma:versionID="8c68827de7fdcbabade921385e8d265d">
  <xsd:schema xmlns:xsd="http://www.w3.org/2001/XMLSchema" xmlns:xs="http://www.w3.org/2001/XMLSchema" xmlns:p="http://schemas.microsoft.com/office/2006/metadata/properties" xmlns:ns3="d5ce20c1-366f-486b-bb60-0deada12e75b" targetNamespace="http://schemas.microsoft.com/office/2006/metadata/properties" ma:root="true" ma:fieldsID="3a05522351867968b8b0696c61d8d83f" ns3:_="">
    <xsd:import namespace="d5ce20c1-366f-486b-bb60-0deada12e75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e20c1-366f-486b-bb60-0deada12e7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d5ce20c1-366f-486b-bb60-0deada12e75b" xsi:nil="true"/>
  </documentManagement>
</p:properties>
</file>

<file path=customXml/itemProps1.xml><?xml version="1.0" encoding="utf-8"?>
<ds:datastoreItem xmlns:ds="http://schemas.openxmlformats.org/officeDocument/2006/customXml" ds:itemID="{08449781-E5B6-44A5-9150-69E8EFEF49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ce20c1-366f-486b-bb60-0deada12e7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D7DE58-0BE1-4C71-B87C-2A79B7BE44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9C16DF-FD5D-45EB-A5D0-4ED61432363F}">
  <ds:schemaRefs>
    <ds:schemaRef ds:uri="d5ce20c1-366f-486b-bb60-0deada12e75b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{B24E3766-1090-4860-A271-1F3149B5AF3B}74b27fa7-47d9-4b2b-80c4-7bceb511e5ed-TF74809995-9e66-46d0-afc4-980286e0ea6218f13f8d_win32</Template>
  <TotalTime>1658</TotalTime>
  <Words>352</Words>
  <Application>Microsoft Office PowerPoint</Application>
  <PresentationFormat>Widescreen</PresentationFormat>
  <Paragraphs>73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Neue Haas Grotesk Text Pro</vt:lpstr>
      <vt:lpstr>Dune</vt:lpstr>
      <vt:lpstr>Smart Stunting Care System</vt:lpstr>
      <vt:lpstr>Daftar isi</vt:lpstr>
      <vt:lpstr>Latar Belakang</vt:lpstr>
      <vt:lpstr>Hasil Pelaksanaan</vt:lpstr>
      <vt:lpstr>Alur Penelitian</vt:lpstr>
      <vt:lpstr>State-of-the-art Algorithm</vt:lpstr>
      <vt:lpstr>Luaran</vt:lpstr>
      <vt:lpstr>Luaran : Prototype  v1</vt:lpstr>
      <vt:lpstr>Luaran : Prototype v2</vt:lpstr>
      <vt:lpstr>Luaran:  Kekayaan Intelektual</vt:lpstr>
      <vt:lpstr>Luaran : Artikel Ilmiah</vt:lpstr>
      <vt:lpstr>Artikel Ilmiah 1</vt:lpstr>
      <vt:lpstr>Artikel Ilmiah 2</vt:lpstr>
      <vt:lpstr>Artikel Ilmiah 3</vt:lpstr>
      <vt:lpstr>Realisasi keterlibatan/ kontribusi mitra</vt:lpstr>
      <vt:lpstr>Penyerapan Anggaran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candrazonyfar</dc:creator>
  <cp:lastModifiedBy>candrazonyfar</cp:lastModifiedBy>
  <cp:revision>15</cp:revision>
  <dcterms:created xsi:type="dcterms:W3CDTF">2026-09-24T13:26:25Z</dcterms:created>
  <dcterms:modified xsi:type="dcterms:W3CDTF">2026-09-26T03:08:51Z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0x0101006DAE3CD2DEB7854CA7566AB3F5DFCCC2</vt:lpwstr>
  </property>
  <property fmtid="{D5CDD505-2E9C-101B-9397-08002B2CF9AE}" pid="3" name="MediaServiceImageTags">
    <vt:lpwstr/>
  </property>
</Properties>
</file>